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350500" cy="467995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68" y="1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13" y="765909"/>
            <a:ext cx="7762875" cy="1629316"/>
          </a:xfrm>
        </p:spPr>
        <p:txBody>
          <a:bodyPr anchor="b"/>
          <a:lstStyle>
            <a:lvl1pPr algn="ctr">
              <a:defRPr sz="409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13" y="2458058"/>
            <a:ext cx="7762875" cy="1129904"/>
          </a:xfrm>
        </p:spPr>
        <p:txBody>
          <a:bodyPr/>
          <a:lstStyle>
            <a:lvl1pPr marL="0" indent="0" algn="ctr">
              <a:buNone/>
              <a:defRPr sz="1638"/>
            </a:lvl1pPr>
            <a:lvl2pPr marL="311993" indent="0" algn="ctr">
              <a:buNone/>
              <a:defRPr sz="1365"/>
            </a:lvl2pPr>
            <a:lvl3pPr marL="623987" indent="0" algn="ctr">
              <a:buNone/>
              <a:defRPr sz="1228"/>
            </a:lvl3pPr>
            <a:lvl4pPr marL="935980" indent="0" algn="ctr">
              <a:buNone/>
              <a:defRPr sz="1092"/>
            </a:lvl4pPr>
            <a:lvl5pPr marL="1247973" indent="0" algn="ctr">
              <a:buNone/>
              <a:defRPr sz="1092"/>
            </a:lvl5pPr>
            <a:lvl6pPr marL="1559966" indent="0" algn="ctr">
              <a:buNone/>
              <a:defRPr sz="1092"/>
            </a:lvl6pPr>
            <a:lvl7pPr marL="1871960" indent="0" algn="ctr">
              <a:buNone/>
              <a:defRPr sz="1092"/>
            </a:lvl7pPr>
            <a:lvl8pPr marL="2183953" indent="0" algn="ctr">
              <a:buNone/>
              <a:defRPr sz="1092"/>
            </a:lvl8pPr>
            <a:lvl9pPr marL="2495946" indent="0" algn="ctr">
              <a:buNone/>
              <a:defRPr sz="109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9207-E3B4-4931-BD1F-4217B130C25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E2E0-4172-4591-8AAC-AFF96C072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76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9207-E3B4-4931-BD1F-4217B130C25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E2E0-4172-4591-8AAC-AFF96C072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36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206" y="1166738"/>
            <a:ext cx="8927306" cy="1946729"/>
          </a:xfrm>
        </p:spPr>
        <p:txBody>
          <a:bodyPr anchor="b"/>
          <a:lstStyle>
            <a:lvl1pPr>
              <a:defRPr sz="409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206" y="3131884"/>
            <a:ext cx="8927306" cy="1023739"/>
          </a:xfrm>
        </p:spPr>
        <p:txBody>
          <a:bodyPr/>
          <a:lstStyle>
            <a:lvl1pPr marL="0" indent="0">
              <a:buNone/>
              <a:defRPr sz="1638">
                <a:solidFill>
                  <a:schemeClr val="tx1">
                    <a:tint val="82000"/>
                  </a:schemeClr>
                </a:solidFill>
              </a:defRPr>
            </a:lvl1pPr>
            <a:lvl2pPr marL="311993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2pPr>
            <a:lvl3pPr marL="623987" indent="0">
              <a:buNone/>
              <a:defRPr sz="1228">
                <a:solidFill>
                  <a:schemeClr val="tx1">
                    <a:tint val="82000"/>
                  </a:schemeClr>
                </a:solidFill>
              </a:defRPr>
            </a:lvl3pPr>
            <a:lvl4pPr marL="935980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4pPr>
            <a:lvl5pPr marL="1247973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5pPr>
            <a:lvl6pPr marL="1559966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6pPr>
            <a:lvl7pPr marL="1871960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7pPr>
            <a:lvl8pPr marL="2183953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8pPr>
            <a:lvl9pPr marL="2495946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9207-E3B4-4931-BD1F-4217B130C25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E2E0-4172-4591-8AAC-AFF96C072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39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597" y="1245820"/>
            <a:ext cx="4398963" cy="296938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39940" y="1245820"/>
            <a:ext cx="4398963" cy="296938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9207-E3B4-4931-BD1F-4217B130C25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E2E0-4172-4591-8AAC-AFF96C072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146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945" y="249164"/>
            <a:ext cx="8927306" cy="90457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946" y="1147238"/>
            <a:ext cx="4378746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946" y="1709482"/>
            <a:ext cx="4378746" cy="25143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39940" y="1147238"/>
            <a:ext cx="4400311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39940" y="1709482"/>
            <a:ext cx="4400311" cy="25143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9207-E3B4-4931-BD1F-4217B130C25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E2E0-4172-4591-8AAC-AFF96C072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755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9207-E3B4-4931-BD1F-4217B130C25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E2E0-4172-4591-8AAC-AFF96C072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261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9207-E3B4-4931-BD1F-4217B130C25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E2E0-4172-4591-8AAC-AFF96C072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07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946" y="311997"/>
            <a:ext cx="3338305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0310" y="673826"/>
            <a:ext cx="5239941" cy="3325798"/>
          </a:xfrm>
        </p:spPr>
        <p:txBody>
          <a:bodyPr/>
          <a:lstStyle>
            <a:lvl1pPr>
              <a:defRPr sz="2184"/>
            </a:lvl1pPr>
            <a:lvl2pPr>
              <a:defRPr sz="1911"/>
            </a:lvl2pPr>
            <a:lvl3pPr>
              <a:defRPr sz="1638"/>
            </a:lvl3pPr>
            <a:lvl4pPr>
              <a:defRPr sz="1365"/>
            </a:lvl4pPr>
            <a:lvl5pPr>
              <a:defRPr sz="1365"/>
            </a:lvl5pPr>
            <a:lvl6pPr>
              <a:defRPr sz="1365"/>
            </a:lvl6pPr>
            <a:lvl7pPr>
              <a:defRPr sz="1365"/>
            </a:lvl7pPr>
            <a:lvl8pPr>
              <a:defRPr sz="1365"/>
            </a:lvl8pPr>
            <a:lvl9pPr>
              <a:defRPr sz="13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2946" y="1403985"/>
            <a:ext cx="3338305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9207-E3B4-4931-BD1F-4217B130C25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E2E0-4172-4591-8AAC-AFF96C072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184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946" y="311997"/>
            <a:ext cx="3338305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00310" y="673826"/>
            <a:ext cx="5239941" cy="3325798"/>
          </a:xfrm>
        </p:spPr>
        <p:txBody>
          <a:bodyPr anchor="t"/>
          <a:lstStyle>
            <a:lvl1pPr marL="0" indent="0">
              <a:buNone/>
              <a:defRPr sz="2184"/>
            </a:lvl1pPr>
            <a:lvl2pPr marL="311993" indent="0">
              <a:buNone/>
              <a:defRPr sz="1911"/>
            </a:lvl2pPr>
            <a:lvl3pPr marL="623987" indent="0">
              <a:buNone/>
              <a:defRPr sz="1638"/>
            </a:lvl3pPr>
            <a:lvl4pPr marL="935980" indent="0">
              <a:buNone/>
              <a:defRPr sz="1365"/>
            </a:lvl4pPr>
            <a:lvl5pPr marL="1247973" indent="0">
              <a:buNone/>
              <a:defRPr sz="1365"/>
            </a:lvl5pPr>
            <a:lvl6pPr marL="1559966" indent="0">
              <a:buNone/>
              <a:defRPr sz="1365"/>
            </a:lvl6pPr>
            <a:lvl7pPr marL="1871960" indent="0">
              <a:buNone/>
              <a:defRPr sz="1365"/>
            </a:lvl7pPr>
            <a:lvl8pPr marL="2183953" indent="0">
              <a:buNone/>
              <a:defRPr sz="1365"/>
            </a:lvl8pPr>
            <a:lvl9pPr marL="2495946" indent="0">
              <a:buNone/>
              <a:defRPr sz="136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2946" y="1403985"/>
            <a:ext cx="3338305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9207-E3B4-4931-BD1F-4217B130C25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E2E0-4172-4591-8AAC-AFF96C072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30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9207-E3B4-4931-BD1F-4217B130C25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E2E0-4172-4591-8AAC-AFF96C072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860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07076" y="249164"/>
            <a:ext cx="2231827" cy="396604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597" y="249164"/>
            <a:ext cx="6566098" cy="396604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9207-E3B4-4931-BD1F-4217B130C25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E2E0-4172-4591-8AAC-AFF96C072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81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1597" y="249164"/>
            <a:ext cx="8927306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597" y="1245820"/>
            <a:ext cx="8927306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1597" y="4337621"/>
            <a:ext cx="2328863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19207-E3B4-4931-BD1F-4217B130C252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8603" y="4337621"/>
            <a:ext cx="3493294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0040" y="4337621"/>
            <a:ext cx="2328863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5E2E0-4172-4591-8AAC-AFF96C072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512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23987" rtl="0" eaLnBrk="1" latinLnBrk="1" hangingPunct="1">
        <a:lnSpc>
          <a:spcPct val="90000"/>
        </a:lnSpc>
        <a:spcBef>
          <a:spcPct val="0"/>
        </a:spcBef>
        <a:buNone/>
        <a:defRPr sz="30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997" indent="-155997" algn="l" defTabSz="623987" rtl="0" eaLnBrk="1" latinLnBrk="1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638" kern="1200">
          <a:solidFill>
            <a:schemeClr val="tx1"/>
          </a:solidFill>
          <a:latin typeface="+mn-lt"/>
          <a:ea typeface="+mn-ea"/>
          <a:cs typeface="+mn-cs"/>
        </a:defRPr>
      </a:lvl2pPr>
      <a:lvl3pPr marL="779983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91976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403970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715963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2027956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339950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651943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1pPr>
      <a:lvl2pPr marL="311993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623987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3pPr>
      <a:lvl4pPr marL="935980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247973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559966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1871960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183953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495946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1274E788-E38E-01CF-FC4E-C4E9DD67751E}"/>
              </a:ext>
            </a:extLst>
          </p:cNvPr>
          <p:cNvGrpSpPr/>
          <p:nvPr/>
        </p:nvGrpSpPr>
        <p:grpSpPr>
          <a:xfrm>
            <a:off x="-22172" y="-9055"/>
            <a:ext cx="10394845" cy="4698061"/>
            <a:chOff x="2992490" y="260375"/>
            <a:chExt cx="10394845" cy="46980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18737B6-68FF-76A8-5A5B-585A6E14E857}"/>
                </a:ext>
              </a:extLst>
            </p:cNvPr>
            <p:cNvSpPr txBox="1"/>
            <p:nvPr/>
          </p:nvSpPr>
          <p:spPr>
            <a:xfrm>
              <a:off x="3970231" y="4589104"/>
              <a:ext cx="8439362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</a:t>
              </a:r>
              <a:r>
                <a:rPr lang="en-US" altLang="ko-KR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Anaylsis</a:t>
              </a:r>
              <a:r>
                <a:rPr lang="ko-KR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</a:t>
              </a:r>
              <a:r>
                <a:rPr lang="ko-KR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text attention sink and visual-text</a:t>
              </a:r>
              <a:r>
                <a:rPr lang="ko-KR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similarity in SigLIP ViT-SO/14</a:t>
              </a:r>
              <a:endParaRPr lang="en-US" altLang="ko-K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992C618-0C33-9931-7EDB-5DF3F6CB6827}"/>
                </a:ext>
              </a:extLst>
            </p:cNvPr>
            <p:cNvGrpSpPr/>
            <p:nvPr/>
          </p:nvGrpSpPr>
          <p:grpSpPr>
            <a:xfrm>
              <a:off x="2992490" y="260375"/>
              <a:ext cx="10394845" cy="4203549"/>
              <a:chOff x="4036847" y="-33540"/>
              <a:chExt cx="10394845" cy="4203549"/>
            </a:xfrm>
          </p:grpSpPr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92707B1C-5DFE-EF12-5C03-3DD159570BA4}"/>
                  </a:ext>
                </a:extLst>
              </p:cNvPr>
              <p:cNvGrpSpPr/>
              <p:nvPr/>
            </p:nvGrpSpPr>
            <p:grpSpPr>
              <a:xfrm>
                <a:off x="9269906" y="3564141"/>
                <a:ext cx="5161786" cy="307777"/>
                <a:chOff x="1410195" y="3600912"/>
                <a:chExt cx="5161785" cy="307777"/>
              </a:xfrm>
            </p:grpSpPr>
            <p:grpSp>
              <p:nvGrpSpPr>
                <p:cNvPr id="123" name="그룹 122">
                  <a:extLst>
                    <a:ext uri="{FF2B5EF4-FFF2-40B4-BE49-F238E27FC236}">
                      <a16:creationId xmlns:a16="http://schemas.microsoft.com/office/drawing/2014/main" id="{DC91AFFF-26DA-0198-A840-D956E7A4C32A}"/>
                    </a:ext>
                  </a:extLst>
                </p:cNvPr>
                <p:cNvGrpSpPr/>
                <p:nvPr/>
              </p:nvGrpSpPr>
              <p:grpSpPr>
                <a:xfrm>
                  <a:off x="6077934" y="3600912"/>
                  <a:ext cx="494046" cy="307777"/>
                  <a:chOff x="721397" y="3600912"/>
                  <a:chExt cx="494046" cy="307777"/>
                </a:xfrm>
              </p:grpSpPr>
              <p:sp>
                <p:nvSpPr>
                  <p:cNvPr id="145" name="자유형: 도형 144">
                    <a:extLst>
                      <a:ext uri="{FF2B5EF4-FFF2-40B4-BE49-F238E27FC236}">
                        <a16:creationId xmlns:a16="http://schemas.microsoft.com/office/drawing/2014/main" id="{4E4B2F31-10C5-D22F-D200-83F962EC136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55524" y="3629056"/>
                    <a:ext cx="36649" cy="9104"/>
                  </a:xfrm>
                  <a:custGeom>
                    <a:avLst/>
                    <a:gdLst>
                      <a:gd name="csX0" fmla="*/ 0 w 51126"/>
                      <a:gd name="csY0" fmla="*/ 0 h 12700"/>
                      <a:gd name="csX1" fmla="*/ 51126 w 51126"/>
                      <a:gd name="csY1" fmla="*/ 0 h 127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51126" h="12700">
                        <a:moveTo>
                          <a:pt x="0" y="0"/>
                        </a:moveTo>
                        <a:lnTo>
                          <a:pt x="51126" y="0"/>
                        </a:lnTo>
                      </a:path>
                    </a:pathLst>
                  </a:custGeom>
                  <a:noFill/>
                  <a:ln w="10160" cap="sq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FF57BCC0-6AB6-E603-A156-70D3DE6F1EFB}"/>
                      </a:ext>
                    </a:extLst>
                  </p:cNvPr>
                  <p:cNvSpPr txBox="1"/>
                  <p:nvPr/>
                </p:nvSpPr>
                <p:spPr>
                  <a:xfrm>
                    <a:off x="721397" y="3600912"/>
                    <a:ext cx="49404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pPr algn="ctr"/>
                    <a:r>
                      <a:rPr lang="en-US" altLang="ko-KR" sz="1400">
                        <a:latin typeface="SF Pro Regular" pitchFamily="2" charset="0"/>
                        <a:ea typeface="SF Pro Regular" pitchFamily="2" charset="0"/>
                        <a:cs typeface="SF Pro Regular" pitchFamily="2" charset="0"/>
                      </a:rPr>
                      <a:t>729</a:t>
                    </a:r>
                    <a:endParaRPr lang="ko-KR" altLang="en-US" sz="1400">
                      <a:latin typeface="SF Pro Regular" pitchFamily="2" charset="0"/>
                      <a:cs typeface="SF Pro Regular" pitchFamily="2" charset="0"/>
                    </a:endParaRPr>
                  </a:p>
                </p:txBody>
              </p:sp>
            </p:grpSp>
            <p:grpSp>
              <p:nvGrpSpPr>
                <p:cNvPr id="124" name="그룹 123">
                  <a:extLst>
                    <a:ext uri="{FF2B5EF4-FFF2-40B4-BE49-F238E27FC236}">
                      <a16:creationId xmlns:a16="http://schemas.microsoft.com/office/drawing/2014/main" id="{662048C5-E132-85A3-279C-27E6716DD150}"/>
                    </a:ext>
                  </a:extLst>
                </p:cNvPr>
                <p:cNvGrpSpPr/>
                <p:nvPr/>
              </p:nvGrpSpPr>
              <p:grpSpPr>
                <a:xfrm>
                  <a:off x="1410195" y="3600912"/>
                  <a:ext cx="293670" cy="307777"/>
                  <a:chOff x="-4064546" y="3600912"/>
                  <a:chExt cx="293670" cy="307777"/>
                </a:xfrm>
              </p:grpSpPr>
              <p:sp>
                <p:nvSpPr>
                  <p:cNvPr id="143" name="자유형: 도형 142">
                    <a:extLst>
                      <a:ext uri="{FF2B5EF4-FFF2-40B4-BE49-F238E27FC236}">
                        <a16:creationId xmlns:a16="http://schemas.microsoft.com/office/drawing/2014/main" id="{0001112C-586E-851A-D3A7-2FBA1FC0492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-3931002" y="3629056"/>
                    <a:ext cx="36649" cy="9104"/>
                  </a:xfrm>
                  <a:custGeom>
                    <a:avLst/>
                    <a:gdLst>
                      <a:gd name="csX0" fmla="*/ 0 w 51126"/>
                      <a:gd name="csY0" fmla="*/ 0 h 12700"/>
                      <a:gd name="csX1" fmla="*/ 51126 w 51126"/>
                      <a:gd name="csY1" fmla="*/ 0 h 127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51126" h="12700">
                        <a:moveTo>
                          <a:pt x="0" y="0"/>
                        </a:moveTo>
                        <a:lnTo>
                          <a:pt x="51126" y="0"/>
                        </a:lnTo>
                      </a:path>
                    </a:pathLst>
                  </a:custGeom>
                  <a:noFill/>
                  <a:ln w="10160" cap="sq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08D9262A-3598-6CDC-0431-A9CD4461B7A5}"/>
                      </a:ext>
                    </a:extLst>
                  </p:cNvPr>
                  <p:cNvSpPr txBox="1"/>
                  <p:nvPr/>
                </p:nvSpPr>
                <p:spPr>
                  <a:xfrm>
                    <a:off x="-4064546" y="3600912"/>
                    <a:ext cx="293670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pPr algn="ctr"/>
                    <a:r>
                      <a:rPr lang="en-US" altLang="ko-KR" sz="1400">
                        <a:latin typeface="SF Pro Regular" pitchFamily="2" charset="0"/>
                        <a:ea typeface="SF Pro Regular" pitchFamily="2" charset="0"/>
                        <a:cs typeface="SF Pro Regular" pitchFamily="2" charset="0"/>
                      </a:rPr>
                      <a:t>0</a:t>
                    </a:r>
                    <a:endParaRPr lang="ko-KR" altLang="en-US" sz="1400">
                      <a:latin typeface="SF Pro Regular" pitchFamily="2" charset="0"/>
                      <a:cs typeface="SF Pro Regular" pitchFamily="2" charset="0"/>
                    </a:endParaRPr>
                  </a:p>
                </p:txBody>
              </p:sp>
            </p:grpSp>
            <p:grpSp>
              <p:nvGrpSpPr>
                <p:cNvPr id="125" name="그룹 124">
                  <a:extLst>
                    <a:ext uri="{FF2B5EF4-FFF2-40B4-BE49-F238E27FC236}">
                      <a16:creationId xmlns:a16="http://schemas.microsoft.com/office/drawing/2014/main" id="{391C2E82-2032-0502-3DF8-5B43F971C2ED}"/>
                    </a:ext>
                  </a:extLst>
                </p:cNvPr>
                <p:cNvGrpSpPr/>
                <p:nvPr/>
              </p:nvGrpSpPr>
              <p:grpSpPr>
                <a:xfrm>
                  <a:off x="2595440" y="3600912"/>
                  <a:ext cx="503663" cy="307777"/>
                  <a:chOff x="716590" y="3600912"/>
                  <a:chExt cx="503663" cy="307777"/>
                </a:xfrm>
              </p:grpSpPr>
              <p:sp>
                <p:nvSpPr>
                  <p:cNvPr id="141" name="자유형: 도형 140">
                    <a:extLst>
                      <a:ext uri="{FF2B5EF4-FFF2-40B4-BE49-F238E27FC236}">
                        <a16:creationId xmlns:a16="http://schemas.microsoft.com/office/drawing/2014/main" id="{D85B1834-F44D-2574-046F-C2A0FC91723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55524" y="3629056"/>
                    <a:ext cx="36649" cy="9104"/>
                  </a:xfrm>
                  <a:custGeom>
                    <a:avLst/>
                    <a:gdLst>
                      <a:gd name="csX0" fmla="*/ 0 w 51126"/>
                      <a:gd name="csY0" fmla="*/ 0 h 12700"/>
                      <a:gd name="csX1" fmla="*/ 51126 w 51126"/>
                      <a:gd name="csY1" fmla="*/ 0 h 127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51126" h="12700">
                        <a:moveTo>
                          <a:pt x="0" y="0"/>
                        </a:moveTo>
                        <a:lnTo>
                          <a:pt x="51126" y="0"/>
                        </a:lnTo>
                      </a:path>
                    </a:pathLst>
                  </a:custGeom>
                  <a:noFill/>
                  <a:ln w="10160" cap="sq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2E04E6A8-BF82-942D-D7A2-42AE86CCBDC1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0" y="3600912"/>
                    <a:ext cx="503663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pPr algn="ctr"/>
                    <a:r>
                      <a:rPr lang="en-US" altLang="ko-KR" sz="1400">
                        <a:latin typeface="SF Pro Regular" pitchFamily="2" charset="0"/>
                        <a:ea typeface="SF Pro Regular" pitchFamily="2" charset="0"/>
                        <a:cs typeface="SF Pro Regular" pitchFamily="2" charset="0"/>
                      </a:rPr>
                      <a:t>200</a:t>
                    </a:r>
                    <a:endParaRPr lang="ko-KR" altLang="en-US" sz="1400">
                      <a:latin typeface="SF Pro Regular" pitchFamily="2" charset="0"/>
                      <a:cs typeface="SF Pro Regular" pitchFamily="2" charset="0"/>
                    </a:endParaRPr>
                  </a:p>
                </p:txBody>
              </p:sp>
            </p:grpSp>
            <p:grpSp>
              <p:nvGrpSpPr>
                <p:cNvPr id="126" name="그룹 125">
                  <a:extLst>
                    <a:ext uri="{FF2B5EF4-FFF2-40B4-BE49-F238E27FC236}">
                      <a16:creationId xmlns:a16="http://schemas.microsoft.com/office/drawing/2014/main" id="{87E7C64A-83EF-54D6-5EE9-5824A8EACF93}"/>
                    </a:ext>
                  </a:extLst>
                </p:cNvPr>
                <p:cNvGrpSpPr/>
                <p:nvPr/>
              </p:nvGrpSpPr>
              <p:grpSpPr>
                <a:xfrm>
                  <a:off x="3955217" y="3600912"/>
                  <a:ext cx="511679" cy="307777"/>
                  <a:chOff x="712581" y="3600912"/>
                  <a:chExt cx="511679" cy="307777"/>
                </a:xfrm>
              </p:grpSpPr>
              <p:sp>
                <p:nvSpPr>
                  <p:cNvPr id="139" name="자유형: 도형 138">
                    <a:extLst>
                      <a:ext uri="{FF2B5EF4-FFF2-40B4-BE49-F238E27FC236}">
                        <a16:creationId xmlns:a16="http://schemas.microsoft.com/office/drawing/2014/main" id="{43018F06-D2B6-85AA-66EC-3D108247766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55524" y="3629056"/>
                    <a:ext cx="36649" cy="9104"/>
                  </a:xfrm>
                  <a:custGeom>
                    <a:avLst/>
                    <a:gdLst>
                      <a:gd name="csX0" fmla="*/ 0 w 51126"/>
                      <a:gd name="csY0" fmla="*/ 0 h 12700"/>
                      <a:gd name="csX1" fmla="*/ 51126 w 51126"/>
                      <a:gd name="csY1" fmla="*/ 0 h 127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51126" h="12700">
                        <a:moveTo>
                          <a:pt x="0" y="0"/>
                        </a:moveTo>
                        <a:lnTo>
                          <a:pt x="51126" y="0"/>
                        </a:lnTo>
                      </a:path>
                    </a:pathLst>
                  </a:custGeom>
                  <a:noFill/>
                  <a:ln w="10160" cap="sq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6A032076-A90A-F210-EBFB-8EA72271CF07}"/>
                      </a:ext>
                    </a:extLst>
                  </p:cNvPr>
                  <p:cNvSpPr txBox="1"/>
                  <p:nvPr/>
                </p:nvSpPr>
                <p:spPr>
                  <a:xfrm>
                    <a:off x="712581" y="3600912"/>
                    <a:ext cx="51167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pPr algn="ctr"/>
                    <a:r>
                      <a:rPr lang="en-US" altLang="ko-KR" sz="1400">
                        <a:latin typeface="SF Pro Regular" pitchFamily="2" charset="0"/>
                        <a:ea typeface="SF Pro Regular" pitchFamily="2" charset="0"/>
                        <a:cs typeface="SF Pro Regular" pitchFamily="2" charset="0"/>
                      </a:rPr>
                      <a:t>400</a:t>
                    </a:r>
                    <a:endParaRPr lang="ko-KR" altLang="en-US" sz="1400">
                      <a:latin typeface="SF Pro Regular" pitchFamily="2" charset="0"/>
                      <a:cs typeface="SF Pro Regular" pitchFamily="2" charset="0"/>
                    </a:endParaRPr>
                  </a:p>
                </p:txBody>
              </p:sp>
            </p:grpSp>
            <p:grpSp>
              <p:nvGrpSpPr>
                <p:cNvPr id="127" name="그룹 126">
                  <a:extLst>
                    <a:ext uri="{FF2B5EF4-FFF2-40B4-BE49-F238E27FC236}">
                      <a16:creationId xmlns:a16="http://schemas.microsoft.com/office/drawing/2014/main" id="{1008F10C-02D4-676C-C0C0-48A445757FC5}"/>
                    </a:ext>
                  </a:extLst>
                </p:cNvPr>
                <p:cNvGrpSpPr/>
                <p:nvPr/>
              </p:nvGrpSpPr>
              <p:grpSpPr>
                <a:xfrm>
                  <a:off x="5318202" y="3600912"/>
                  <a:ext cx="513282" cy="307777"/>
                  <a:chOff x="711780" y="3600912"/>
                  <a:chExt cx="513282" cy="307777"/>
                </a:xfrm>
              </p:grpSpPr>
              <p:sp>
                <p:nvSpPr>
                  <p:cNvPr id="137" name="자유형: 도형 136">
                    <a:extLst>
                      <a:ext uri="{FF2B5EF4-FFF2-40B4-BE49-F238E27FC236}">
                        <a16:creationId xmlns:a16="http://schemas.microsoft.com/office/drawing/2014/main" id="{2F5E59AC-2778-D36D-1DA1-9C3A6C48A13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55524" y="3629056"/>
                    <a:ext cx="36649" cy="9104"/>
                  </a:xfrm>
                  <a:custGeom>
                    <a:avLst/>
                    <a:gdLst>
                      <a:gd name="csX0" fmla="*/ 0 w 51126"/>
                      <a:gd name="csY0" fmla="*/ 0 h 12700"/>
                      <a:gd name="csX1" fmla="*/ 51126 w 51126"/>
                      <a:gd name="csY1" fmla="*/ 0 h 127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51126" h="12700">
                        <a:moveTo>
                          <a:pt x="0" y="0"/>
                        </a:moveTo>
                        <a:lnTo>
                          <a:pt x="51126" y="0"/>
                        </a:lnTo>
                      </a:path>
                    </a:pathLst>
                  </a:custGeom>
                  <a:noFill/>
                  <a:ln w="10160" cap="sq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DC15AF90-F515-53BC-FF75-714938C67E68}"/>
                      </a:ext>
                    </a:extLst>
                  </p:cNvPr>
                  <p:cNvSpPr txBox="1"/>
                  <p:nvPr/>
                </p:nvSpPr>
                <p:spPr>
                  <a:xfrm>
                    <a:off x="711780" y="3600912"/>
                    <a:ext cx="51328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pPr algn="ctr"/>
                    <a:r>
                      <a:rPr lang="en-US" altLang="ko-KR" sz="1400">
                        <a:latin typeface="SF Pro Regular" pitchFamily="2" charset="0"/>
                        <a:ea typeface="SF Pro Regular" pitchFamily="2" charset="0"/>
                        <a:cs typeface="SF Pro Regular" pitchFamily="2" charset="0"/>
                      </a:rPr>
                      <a:t>600</a:t>
                    </a:r>
                    <a:endParaRPr lang="ko-KR" altLang="en-US" sz="1400">
                      <a:latin typeface="SF Pro Regular" pitchFamily="2" charset="0"/>
                      <a:cs typeface="SF Pro Regular" pitchFamily="2" charset="0"/>
                    </a:endParaRPr>
                  </a:p>
                </p:txBody>
              </p:sp>
            </p:grpSp>
            <p:grpSp>
              <p:nvGrpSpPr>
                <p:cNvPr id="128" name="그룹 127">
                  <a:extLst>
                    <a:ext uri="{FF2B5EF4-FFF2-40B4-BE49-F238E27FC236}">
                      <a16:creationId xmlns:a16="http://schemas.microsoft.com/office/drawing/2014/main" id="{30405066-6B47-0E99-9D6E-F060B3021DF1}"/>
                    </a:ext>
                  </a:extLst>
                </p:cNvPr>
                <p:cNvGrpSpPr/>
                <p:nvPr/>
              </p:nvGrpSpPr>
              <p:grpSpPr>
                <a:xfrm>
                  <a:off x="4638716" y="3600912"/>
                  <a:ext cx="508473" cy="307777"/>
                  <a:chOff x="714187" y="3600912"/>
                  <a:chExt cx="508473" cy="307777"/>
                </a:xfrm>
              </p:grpSpPr>
              <p:sp>
                <p:nvSpPr>
                  <p:cNvPr id="135" name="자유형: 도형 134">
                    <a:extLst>
                      <a:ext uri="{FF2B5EF4-FFF2-40B4-BE49-F238E27FC236}">
                        <a16:creationId xmlns:a16="http://schemas.microsoft.com/office/drawing/2014/main" id="{3DA84FB0-31D0-88C0-EEB3-6AC34D3CB65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55524" y="3629056"/>
                    <a:ext cx="36649" cy="9104"/>
                  </a:xfrm>
                  <a:custGeom>
                    <a:avLst/>
                    <a:gdLst>
                      <a:gd name="csX0" fmla="*/ 0 w 51126"/>
                      <a:gd name="csY0" fmla="*/ 0 h 12700"/>
                      <a:gd name="csX1" fmla="*/ 51126 w 51126"/>
                      <a:gd name="csY1" fmla="*/ 0 h 127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51126" h="12700">
                        <a:moveTo>
                          <a:pt x="0" y="0"/>
                        </a:moveTo>
                        <a:lnTo>
                          <a:pt x="51126" y="0"/>
                        </a:lnTo>
                      </a:path>
                    </a:pathLst>
                  </a:custGeom>
                  <a:noFill/>
                  <a:ln w="10160" cap="sq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6" name="TextBox 135">
                    <a:extLst>
                      <a:ext uri="{FF2B5EF4-FFF2-40B4-BE49-F238E27FC236}">
                        <a16:creationId xmlns:a16="http://schemas.microsoft.com/office/drawing/2014/main" id="{5E497124-F92B-DE24-0F27-62017D1ED064}"/>
                      </a:ext>
                    </a:extLst>
                  </p:cNvPr>
                  <p:cNvSpPr txBox="1"/>
                  <p:nvPr/>
                </p:nvSpPr>
                <p:spPr>
                  <a:xfrm>
                    <a:off x="714187" y="3600912"/>
                    <a:ext cx="508473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pPr algn="ctr"/>
                    <a:r>
                      <a:rPr lang="en-US" altLang="ko-KR" sz="1400">
                        <a:latin typeface="SF Pro Regular" pitchFamily="2" charset="0"/>
                        <a:ea typeface="SF Pro Regular" pitchFamily="2" charset="0"/>
                        <a:cs typeface="SF Pro Regular" pitchFamily="2" charset="0"/>
                      </a:rPr>
                      <a:t>500</a:t>
                    </a:r>
                    <a:endParaRPr lang="ko-KR" altLang="en-US" sz="1400">
                      <a:latin typeface="SF Pro Regular" pitchFamily="2" charset="0"/>
                      <a:cs typeface="SF Pro Regular" pitchFamily="2" charset="0"/>
                    </a:endParaRPr>
                  </a:p>
                </p:txBody>
              </p:sp>
            </p:grpSp>
            <p:grpSp>
              <p:nvGrpSpPr>
                <p:cNvPr id="129" name="그룹 128">
                  <a:extLst>
                    <a:ext uri="{FF2B5EF4-FFF2-40B4-BE49-F238E27FC236}">
                      <a16:creationId xmlns:a16="http://schemas.microsoft.com/office/drawing/2014/main" id="{8A7A47F6-E1F5-13E5-E151-661EBA68AF12}"/>
                    </a:ext>
                  </a:extLst>
                </p:cNvPr>
                <p:cNvGrpSpPr/>
                <p:nvPr/>
              </p:nvGrpSpPr>
              <p:grpSpPr>
                <a:xfrm>
                  <a:off x="1923964" y="3600912"/>
                  <a:ext cx="482824" cy="307777"/>
                  <a:chOff x="727007" y="3600912"/>
                  <a:chExt cx="482824" cy="307777"/>
                </a:xfrm>
              </p:grpSpPr>
              <p:sp>
                <p:nvSpPr>
                  <p:cNvPr id="133" name="자유형: 도형 132">
                    <a:extLst>
                      <a:ext uri="{FF2B5EF4-FFF2-40B4-BE49-F238E27FC236}">
                        <a16:creationId xmlns:a16="http://schemas.microsoft.com/office/drawing/2014/main" id="{A646CBFD-09BE-F867-4869-086B914C0BB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55524" y="3629056"/>
                    <a:ext cx="36649" cy="9104"/>
                  </a:xfrm>
                  <a:custGeom>
                    <a:avLst/>
                    <a:gdLst>
                      <a:gd name="csX0" fmla="*/ 0 w 51126"/>
                      <a:gd name="csY0" fmla="*/ 0 h 12700"/>
                      <a:gd name="csX1" fmla="*/ 51126 w 51126"/>
                      <a:gd name="csY1" fmla="*/ 0 h 127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51126" h="12700">
                        <a:moveTo>
                          <a:pt x="0" y="0"/>
                        </a:moveTo>
                        <a:lnTo>
                          <a:pt x="51126" y="0"/>
                        </a:lnTo>
                      </a:path>
                    </a:pathLst>
                  </a:custGeom>
                  <a:noFill/>
                  <a:ln w="10160" cap="sq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4" name="TextBox 133">
                    <a:extLst>
                      <a:ext uri="{FF2B5EF4-FFF2-40B4-BE49-F238E27FC236}">
                        <a16:creationId xmlns:a16="http://schemas.microsoft.com/office/drawing/2014/main" id="{6C96ABAA-7A08-3299-0301-5B6DF4BD1285}"/>
                      </a:ext>
                    </a:extLst>
                  </p:cNvPr>
                  <p:cNvSpPr txBox="1"/>
                  <p:nvPr/>
                </p:nvSpPr>
                <p:spPr>
                  <a:xfrm>
                    <a:off x="727007" y="3600912"/>
                    <a:ext cx="48282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pPr algn="ctr"/>
                    <a:r>
                      <a:rPr lang="en-US" altLang="ko-KR" sz="1400">
                        <a:latin typeface="SF Pro Regular" pitchFamily="2" charset="0"/>
                        <a:ea typeface="SF Pro Regular" pitchFamily="2" charset="0"/>
                        <a:cs typeface="SF Pro Regular" pitchFamily="2" charset="0"/>
                      </a:rPr>
                      <a:t>100</a:t>
                    </a:r>
                    <a:endParaRPr lang="ko-KR" altLang="en-US" sz="1400">
                      <a:latin typeface="SF Pro Regular" pitchFamily="2" charset="0"/>
                      <a:cs typeface="SF Pro Regular" pitchFamily="2" charset="0"/>
                    </a:endParaRPr>
                  </a:p>
                </p:txBody>
              </p:sp>
            </p:grpSp>
            <p:grpSp>
              <p:nvGrpSpPr>
                <p:cNvPr id="130" name="그룹 129">
                  <a:extLst>
                    <a:ext uri="{FF2B5EF4-FFF2-40B4-BE49-F238E27FC236}">
                      <a16:creationId xmlns:a16="http://schemas.microsoft.com/office/drawing/2014/main" id="{D165FF0F-672F-3EC0-0DF3-07F470E4320C}"/>
                    </a:ext>
                  </a:extLst>
                </p:cNvPr>
                <p:cNvGrpSpPr/>
                <p:nvPr/>
              </p:nvGrpSpPr>
              <p:grpSpPr>
                <a:xfrm>
                  <a:off x="3274929" y="3600912"/>
                  <a:ext cx="508473" cy="307777"/>
                  <a:chOff x="714186" y="3600912"/>
                  <a:chExt cx="508473" cy="307777"/>
                </a:xfrm>
              </p:grpSpPr>
              <p:sp>
                <p:nvSpPr>
                  <p:cNvPr id="131" name="자유형: 도형 130">
                    <a:extLst>
                      <a:ext uri="{FF2B5EF4-FFF2-40B4-BE49-F238E27FC236}">
                        <a16:creationId xmlns:a16="http://schemas.microsoft.com/office/drawing/2014/main" id="{64C073D0-33F3-C3B7-A8D0-E7DC49083FE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55524" y="3629056"/>
                    <a:ext cx="36649" cy="9104"/>
                  </a:xfrm>
                  <a:custGeom>
                    <a:avLst/>
                    <a:gdLst>
                      <a:gd name="csX0" fmla="*/ 0 w 51126"/>
                      <a:gd name="csY0" fmla="*/ 0 h 12700"/>
                      <a:gd name="csX1" fmla="*/ 51126 w 51126"/>
                      <a:gd name="csY1" fmla="*/ 0 h 127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51126" h="12700">
                        <a:moveTo>
                          <a:pt x="0" y="0"/>
                        </a:moveTo>
                        <a:lnTo>
                          <a:pt x="51126" y="0"/>
                        </a:lnTo>
                      </a:path>
                    </a:pathLst>
                  </a:custGeom>
                  <a:noFill/>
                  <a:ln w="10160" cap="sq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D57E7AC8-6322-6D9F-DC8D-E66A4341872B}"/>
                      </a:ext>
                    </a:extLst>
                  </p:cNvPr>
                  <p:cNvSpPr txBox="1"/>
                  <p:nvPr/>
                </p:nvSpPr>
                <p:spPr>
                  <a:xfrm>
                    <a:off x="714186" y="3600912"/>
                    <a:ext cx="508473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pPr algn="ctr"/>
                    <a:r>
                      <a:rPr lang="en-US" altLang="ko-KR" sz="1400">
                        <a:latin typeface="SF Pro Regular" pitchFamily="2" charset="0"/>
                        <a:ea typeface="SF Pro Regular" pitchFamily="2" charset="0"/>
                        <a:cs typeface="SF Pro Regular" pitchFamily="2" charset="0"/>
                      </a:rPr>
                      <a:t>300</a:t>
                    </a:r>
                    <a:endParaRPr lang="ko-KR" altLang="en-US" sz="1400">
                      <a:latin typeface="SF Pro Regular" pitchFamily="2" charset="0"/>
                      <a:cs typeface="SF Pro Regular" pitchFamily="2" charset="0"/>
                    </a:endParaRPr>
                  </a:p>
                </p:txBody>
              </p:sp>
            </p:grp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31C740-F3EE-E2B0-7B81-C1FBD6A136D5}"/>
                  </a:ext>
                </a:extLst>
              </p:cNvPr>
              <p:cNvSpPr txBox="1"/>
              <p:nvPr/>
            </p:nvSpPr>
            <p:spPr>
              <a:xfrm>
                <a:off x="9590792" y="3893010"/>
                <a:ext cx="41533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>
                    <a:latin typeface="SF Pro Regular" pitchFamily="2" charset="0"/>
                    <a:cs typeface="SF Pro Regular" pitchFamily="2" charset="0"/>
                  </a:rPr>
                  <a:t>(b) Similarity Rank of [REF] Tokens to [EOS]</a:t>
                </a:r>
                <a:endParaRPr lang="ko-KR" altLang="en-US">
                  <a:latin typeface="SF Pro Regular" pitchFamily="2" charset="0"/>
                  <a:cs typeface="SF Pro Regular" pitchFamily="2" charset="0"/>
                </a:endParaRPr>
              </a:p>
            </p:txBody>
          </p: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6383424B-B3B3-B0B9-D25F-214394AEBF5D}"/>
                  </a:ext>
                </a:extLst>
              </p:cNvPr>
              <p:cNvGrpSpPr/>
              <p:nvPr/>
            </p:nvGrpSpPr>
            <p:grpSpPr>
              <a:xfrm>
                <a:off x="9141192" y="18994"/>
                <a:ext cx="5052580" cy="3564170"/>
                <a:chOff x="1281481" y="55766"/>
                <a:chExt cx="5052579" cy="3564169"/>
              </a:xfrm>
            </p:grpSpPr>
            <p:sp>
              <p:nvSpPr>
                <p:cNvPr id="67" name="자유형: 도형 66">
                  <a:extLst>
                    <a:ext uri="{FF2B5EF4-FFF2-40B4-BE49-F238E27FC236}">
                      <a16:creationId xmlns:a16="http://schemas.microsoft.com/office/drawing/2014/main" id="{DC338D67-7855-5B87-D79D-98320D519DA7}"/>
                    </a:ext>
                  </a:extLst>
                </p:cNvPr>
                <p:cNvSpPr/>
                <p:nvPr/>
              </p:nvSpPr>
              <p:spPr>
                <a:xfrm>
                  <a:off x="1584578" y="3448026"/>
                  <a:ext cx="130949" cy="159630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C72B0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8" name="자유형: 도형 67">
                  <a:extLst>
                    <a:ext uri="{FF2B5EF4-FFF2-40B4-BE49-F238E27FC236}">
                      <a16:creationId xmlns:a16="http://schemas.microsoft.com/office/drawing/2014/main" id="{7A5ABC27-1DEF-1410-5144-61B890EE011E}"/>
                    </a:ext>
                  </a:extLst>
                </p:cNvPr>
                <p:cNvSpPr/>
                <p:nvPr/>
              </p:nvSpPr>
              <p:spPr>
                <a:xfrm>
                  <a:off x="1715529" y="2682406"/>
                  <a:ext cx="130949" cy="925250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E71B0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9" name="자유형: 도형 68">
                  <a:extLst>
                    <a:ext uri="{FF2B5EF4-FFF2-40B4-BE49-F238E27FC236}">
                      <a16:creationId xmlns:a16="http://schemas.microsoft.com/office/drawing/2014/main" id="{01F2CEF5-AD20-A23E-45AB-497807D3CAEE}"/>
                    </a:ext>
                  </a:extLst>
                </p:cNvPr>
                <p:cNvSpPr/>
                <p:nvPr/>
              </p:nvSpPr>
              <p:spPr>
                <a:xfrm>
                  <a:off x="1846478" y="2502830"/>
                  <a:ext cx="130949" cy="1104827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F71B1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" name="자유형: 도형 69">
                  <a:extLst>
                    <a:ext uri="{FF2B5EF4-FFF2-40B4-BE49-F238E27FC236}">
                      <a16:creationId xmlns:a16="http://schemas.microsoft.com/office/drawing/2014/main" id="{45ADC2EA-C148-E76E-DEF0-8561DE004DEE}"/>
                    </a:ext>
                  </a:extLst>
                </p:cNvPr>
                <p:cNvSpPr/>
                <p:nvPr/>
              </p:nvSpPr>
              <p:spPr>
                <a:xfrm>
                  <a:off x="1977427" y="2243450"/>
                  <a:ext cx="130949" cy="1364207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170B1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1" name="자유형: 도형 70">
                  <a:extLst>
                    <a:ext uri="{FF2B5EF4-FFF2-40B4-BE49-F238E27FC236}">
                      <a16:creationId xmlns:a16="http://schemas.microsoft.com/office/drawing/2014/main" id="{098092D4-751A-C24A-54B7-9FFD5132B468}"/>
                    </a:ext>
                  </a:extLst>
                </p:cNvPr>
                <p:cNvSpPr/>
                <p:nvPr/>
              </p:nvSpPr>
              <p:spPr>
                <a:xfrm>
                  <a:off x="2108377" y="2182786"/>
                  <a:ext cx="130949" cy="1424870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370B2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id="{F0DEE379-E307-0462-A892-C33D7B9D419A}"/>
                    </a:ext>
                  </a:extLst>
                </p:cNvPr>
                <p:cNvSpPr/>
                <p:nvPr/>
              </p:nvSpPr>
              <p:spPr>
                <a:xfrm>
                  <a:off x="2239327" y="2161998"/>
                  <a:ext cx="130949" cy="1445659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56FB2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3" name="자유형: 도형 72">
                  <a:extLst>
                    <a:ext uri="{FF2B5EF4-FFF2-40B4-BE49-F238E27FC236}">
                      <a16:creationId xmlns:a16="http://schemas.microsoft.com/office/drawing/2014/main" id="{59D8F490-BD6D-0BBB-AF22-B73695E21D3A}"/>
                    </a:ext>
                  </a:extLst>
                </p:cNvPr>
                <p:cNvSpPr/>
                <p:nvPr/>
              </p:nvSpPr>
              <p:spPr>
                <a:xfrm>
                  <a:off x="2370277" y="2147070"/>
                  <a:ext cx="130949" cy="1460586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66FB2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4" name="자유형: 도형 73">
                  <a:extLst>
                    <a:ext uri="{FF2B5EF4-FFF2-40B4-BE49-F238E27FC236}">
                      <a16:creationId xmlns:a16="http://schemas.microsoft.com/office/drawing/2014/main" id="{039771ED-8F0E-31A3-F078-2C724CC41279}"/>
                    </a:ext>
                  </a:extLst>
                </p:cNvPr>
                <p:cNvSpPr/>
                <p:nvPr/>
              </p:nvSpPr>
              <p:spPr>
                <a:xfrm>
                  <a:off x="2501226" y="2010185"/>
                  <a:ext cx="130949" cy="1597472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86EB3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5" name="자유형: 도형 74">
                  <a:extLst>
                    <a:ext uri="{FF2B5EF4-FFF2-40B4-BE49-F238E27FC236}">
                      <a16:creationId xmlns:a16="http://schemas.microsoft.com/office/drawing/2014/main" id="{49980716-C6F5-4C73-AE69-B64B023F02C4}"/>
                    </a:ext>
                  </a:extLst>
                </p:cNvPr>
                <p:cNvSpPr/>
                <p:nvPr/>
              </p:nvSpPr>
              <p:spPr>
                <a:xfrm>
                  <a:off x="2632176" y="1948827"/>
                  <a:ext cx="130949" cy="1658829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A6EB3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6" name="자유형: 도형 75">
                  <a:extLst>
                    <a:ext uri="{FF2B5EF4-FFF2-40B4-BE49-F238E27FC236}">
                      <a16:creationId xmlns:a16="http://schemas.microsoft.com/office/drawing/2014/main" id="{6500694E-BB5B-D69B-218E-E5ABCCA5E27C}"/>
                    </a:ext>
                  </a:extLst>
                </p:cNvPr>
                <p:cNvSpPr/>
                <p:nvPr/>
              </p:nvSpPr>
              <p:spPr>
                <a:xfrm>
                  <a:off x="2763126" y="1835709"/>
                  <a:ext cx="130949" cy="1771948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C6DB4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7" name="자유형: 도형 76">
                  <a:extLst>
                    <a:ext uri="{FF2B5EF4-FFF2-40B4-BE49-F238E27FC236}">
                      <a16:creationId xmlns:a16="http://schemas.microsoft.com/office/drawing/2014/main" id="{F847C47B-390D-9761-222E-71C44E586681}"/>
                    </a:ext>
                  </a:extLst>
                </p:cNvPr>
                <p:cNvSpPr/>
                <p:nvPr/>
              </p:nvSpPr>
              <p:spPr>
                <a:xfrm>
                  <a:off x="2894075" y="1741620"/>
                  <a:ext cx="130949" cy="1866037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D6DB4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8" name="자유형: 도형 77">
                  <a:extLst>
                    <a:ext uri="{FF2B5EF4-FFF2-40B4-BE49-F238E27FC236}">
                      <a16:creationId xmlns:a16="http://schemas.microsoft.com/office/drawing/2014/main" id="{EAE6B1D7-7127-6332-061A-77B3CFAD203E}"/>
                    </a:ext>
                  </a:extLst>
                </p:cNvPr>
                <p:cNvSpPr/>
                <p:nvPr/>
              </p:nvSpPr>
              <p:spPr>
                <a:xfrm>
                  <a:off x="3025026" y="1750724"/>
                  <a:ext cx="130949" cy="1856932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F6CB5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0F4F308E-E3F0-4A2C-F5AD-BCFF8B649062}"/>
                    </a:ext>
                  </a:extLst>
                </p:cNvPr>
                <p:cNvSpPr/>
                <p:nvPr/>
              </p:nvSpPr>
              <p:spPr>
                <a:xfrm>
                  <a:off x="3155975" y="1673249"/>
                  <a:ext cx="130949" cy="1934407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16CB5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EE5B1679-7CFA-0D93-AEB7-C6CBB19AFC0D}"/>
                    </a:ext>
                  </a:extLst>
                </p:cNvPr>
                <p:cNvSpPr/>
                <p:nvPr/>
              </p:nvSpPr>
              <p:spPr>
                <a:xfrm>
                  <a:off x="3286924" y="1683656"/>
                  <a:ext cx="130949" cy="1924001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26BB5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id="{D462521A-00DD-7497-41A2-457363BB5298}"/>
                    </a:ext>
                  </a:extLst>
                </p:cNvPr>
                <p:cNvSpPr/>
                <p:nvPr/>
              </p:nvSpPr>
              <p:spPr>
                <a:xfrm>
                  <a:off x="3417875" y="1698330"/>
                  <a:ext cx="130949" cy="1909327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46BB6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id="{4F201921-64CB-9991-BCEE-460259D2D926}"/>
                    </a:ext>
                  </a:extLst>
                </p:cNvPr>
                <p:cNvSpPr/>
                <p:nvPr/>
              </p:nvSpPr>
              <p:spPr>
                <a:xfrm>
                  <a:off x="3548824" y="1651723"/>
                  <a:ext cx="130949" cy="1955934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66AB6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id="{AB747EDC-0DFF-7333-0F31-2B2A78FE5023}"/>
                    </a:ext>
                  </a:extLst>
                </p:cNvPr>
                <p:cNvSpPr/>
                <p:nvPr/>
              </p:nvSpPr>
              <p:spPr>
                <a:xfrm>
                  <a:off x="3679774" y="1553439"/>
                  <a:ext cx="130949" cy="2054217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76AB7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4" name="자유형: 도형 83">
                  <a:extLst>
                    <a:ext uri="{FF2B5EF4-FFF2-40B4-BE49-F238E27FC236}">
                      <a16:creationId xmlns:a16="http://schemas.microsoft.com/office/drawing/2014/main" id="{D17497E5-5FDD-8E6C-C4F0-90654EC66C8B}"/>
                    </a:ext>
                  </a:extLst>
                </p:cNvPr>
                <p:cNvSpPr/>
                <p:nvPr/>
              </p:nvSpPr>
              <p:spPr>
                <a:xfrm>
                  <a:off x="3810723" y="1567444"/>
                  <a:ext cx="130949" cy="2040213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969B7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5" name="자유형: 도형 84">
                  <a:extLst>
                    <a:ext uri="{FF2B5EF4-FFF2-40B4-BE49-F238E27FC236}">
                      <a16:creationId xmlns:a16="http://schemas.microsoft.com/office/drawing/2014/main" id="{B55084B6-150C-D7C3-16E9-07B5313D144B}"/>
                    </a:ext>
                  </a:extLst>
                </p:cNvPr>
                <p:cNvSpPr/>
                <p:nvPr/>
              </p:nvSpPr>
              <p:spPr>
                <a:xfrm>
                  <a:off x="3941673" y="1521006"/>
                  <a:ext cx="130949" cy="2086650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B68B8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6" name="자유형: 도형 85">
                  <a:extLst>
                    <a:ext uri="{FF2B5EF4-FFF2-40B4-BE49-F238E27FC236}">
                      <a16:creationId xmlns:a16="http://schemas.microsoft.com/office/drawing/2014/main" id="{DEE9F304-4ED5-8484-23A5-B9DD9825C3F1}"/>
                    </a:ext>
                  </a:extLst>
                </p:cNvPr>
                <p:cNvSpPr/>
                <p:nvPr/>
              </p:nvSpPr>
              <p:spPr>
                <a:xfrm>
                  <a:off x="4072623" y="1405409"/>
                  <a:ext cx="130949" cy="2202247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D68B8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BDF3BD9B-1882-3A1C-9438-4B44C004DC8F}"/>
                    </a:ext>
                  </a:extLst>
                </p:cNvPr>
                <p:cNvSpPr/>
                <p:nvPr/>
              </p:nvSpPr>
              <p:spPr>
                <a:xfrm>
                  <a:off x="4203572" y="1463325"/>
                  <a:ext cx="130949" cy="2144331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F67B8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8" name="자유형: 도형 87">
                  <a:extLst>
                    <a:ext uri="{FF2B5EF4-FFF2-40B4-BE49-F238E27FC236}">
                      <a16:creationId xmlns:a16="http://schemas.microsoft.com/office/drawing/2014/main" id="{9B56EF9E-03B1-7935-CBB0-C42950147C73}"/>
                    </a:ext>
                  </a:extLst>
                </p:cNvPr>
                <p:cNvSpPr/>
                <p:nvPr/>
              </p:nvSpPr>
              <p:spPr>
                <a:xfrm>
                  <a:off x="4334523" y="1413916"/>
                  <a:ext cx="130949" cy="2193741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067B9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9" name="자유형: 도형 88">
                  <a:extLst>
                    <a:ext uri="{FF2B5EF4-FFF2-40B4-BE49-F238E27FC236}">
                      <a16:creationId xmlns:a16="http://schemas.microsoft.com/office/drawing/2014/main" id="{920E3661-42DC-9DAA-26E0-84CA55F987CA}"/>
                    </a:ext>
                  </a:extLst>
                </p:cNvPr>
                <p:cNvSpPr/>
                <p:nvPr/>
              </p:nvSpPr>
              <p:spPr>
                <a:xfrm>
                  <a:off x="4465472" y="1377746"/>
                  <a:ext cx="130949" cy="2229910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266B9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0" name="자유형: 도형 89">
                  <a:extLst>
                    <a:ext uri="{FF2B5EF4-FFF2-40B4-BE49-F238E27FC236}">
                      <a16:creationId xmlns:a16="http://schemas.microsoft.com/office/drawing/2014/main" id="{6089295D-5D21-CE3F-8574-855652EB2A71}"/>
                    </a:ext>
                  </a:extLst>
                </p:cNvPr>
                <p:cNvSpPr/>
                <p:nvPr/>
              </p:nvSpPr>
              <p:spPr>
                <a:xfrm>
                  <a:off x="4596421" y="1423547"/>
                  <a:ext cx="130949" cy="2184110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466BA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1" name="자유형: 도형 90">
                  <a:extLst>
                    <a:ext uri="{FF2B5EF4-FFF2-40B4-BE49-F238E27FC236}">
                      <a16:creationId xmlns:a16="http://schemas.microsoft.com/office/drawing/2014/main" id="{C22A219B-8D92-DC8D-6226-910B4E1C719D}"/>
                    </a:ext>
                  </a:extLst>
                </p:cNvPr>
                <p:cNvSpPr/>
                <p:nvPr/>
              </p:nvSpPr>
              <p:spPr>
                <a:xfrm>
                  <a:off x="4727371" y="1186254"/>
                  <a:ext cx="130949" cy="2421403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565BA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2" name="자유형: 도형 91">
                  <a:extLst>
                    <a:ext uri="{FF2B5EF4-FFF2-40B4-BE49-F238E27FC236}">
                      <a16:creationId xmlns:a16="http://schemas.microsoft.com/office/drawing/2014/main" id="{7ED6DF0A-F606-543C-CB20-27388120E20D}"/>
                    </a:ext>
                  </a:extLst>
                </p:cNvPr>
                <p:cNvSpPr/>
                <p:nvPr/>
              </p:nvSpPr>
              <p:spPr>
                <a:xfrm>
                  <a:off x="4858321" y="1311833"/>
                  <a:ext cx="130949" cy="2295823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765BA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3" name="자유형: 도형 92">
                  <a:extLst>
                    <a:ext uri="{FF2B5EF4-FFF2-40B4-BE49-F238E27FC236}">
                      <a16:creationId xmlns:a16="http://schemas.microsoft.com/office/drawing/2014/main" id="{12616EFC-36D3-5D13-EFC4-8AD520C1D319}"/>
                    </a:ext>
                  </a:extLst>
                </p:cNvPr>
                <p:cNvSpPr/>
                <p:nvPr/>
              </p:nvSpPr>
              <p:spPr>
                <a:xfrm>
                  <a:off x="4989271" y="1277311"/>
                  <a:ext cx="130949" cy="2330346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964BB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4" name="자유형: 도형 93">
                  <a:extLst>
                    <a:ext uri="{FF2B5EF4-FFF2-40B4-BE49-F238E27FC236}">
                      <a16:creationId xmlns:a16="http://schemas.microsoft.com/office/drawing/2014/main" id="{9E5E81E7-D548-B277-C55C-7EAA1DF1BFB2}"/>
                    </a:ext>
                  </a:extLst>
                </p:cNvPr>
                <p:cNvSpPr/>
                <p:nvPr/>
              </p:nvSpPr>
              <p:spPr>
                <a:xfrm>
                  <a:off x="5120220" y="1173399"/>
                  <a:ext cx="130949" cy="2434257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B64BB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5" name="자유형: 도형 94">
                  <a:extLst>
                    <a:ext uri="{FF2B5EF4-FFF2-40B4-BE49-F238E27FC236}">
                      <a16:creationId xmlns:a16="http://schemas.microsoft.com/office/drawing/2014/main" id="{4CEC04BE-0B3D-1A26-BF1F-04311503C96C}"/>
                    </a:ext>
                  </a:extLst>
                </p:cNvPr>
                <p:cNvSpPr/>
                <p:nvPr/>
              </p:nvSpPr>
              <p:spPr>
                <a:xfrm>
                  <a:off x="5251170" y="1241530"/>
                  <a:ext cx="130949" cy="2366127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C63BC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6" name="자유형: 도형 95">
                  <a:extLst>
                    <a:ext uri="{FF2B5EF4-FFF2-40B4-BE49-F238E27FC236}">
                      <a16:creationId xmlns:a16="http://schemas.microsoft.com/office/drawing/2014/main" id="{CAB6EE18-D6F2-B7C4-9613-4F397A135590}"/>
                    </a:ext>
                  </a:extLst>
                </p:cNvPr>
                <p:cNvSpPr/>
                <p:nvPr/>
              </p:nvSpPr>
              <p:spPr>
                <a:xfrm>
                  <a:off x="5382120" y="1093982"/>
                  <a:ext cx="130949" cy="2513674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E63BC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7" name="자유형: 도형 96">
                  <a:extLst>
                    <a:ext uri="{FF2B5EF4-FFF2-40B4-BE49-F238E27FC236}">
                      <a16:creationId xmlns:a16="http://schemas.microsoft.com/office/drawing/2014/main" id="{1ED5CC3A-D9C7-5F2C-42CC-C235356AD93C}"/>
                    </a:ext>
                  </a:extLst>
                </p:cNvPr>
                <p:cNvSpPr/>
                <p:nvPr/>
              </p:nvSpPr>
              <p:spPr>
                <a:xfrm>
                  <a:off x="5513069" y="1067605"/>
                  <a:ext cx="130949" cy="2540051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062BD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8" name="자유형: 도형 97">
                  <a:extLst>
                    <a:ext uri="{FF2B5EF4-FFF2-40B4-BE49-F238E27FC236}">
                      <a16:creationId xmlns:a16="http://schemas.microsoft.com/office/drawing/2014/main" id="{33DF5E03-B20F-3DAA-33C4-CA05837BEA2D}"/>
                    </a:ext>
                  </a:extLst>
                </p:cNvPr>
                <p:cNvSpPr/>
                <p:nvPr/>
              </p:nvSpPr>
              <p:spPr>
                <a:xfrm>
                  <a:off x="5644020" y="919776"/>
                  <a:ext cx="130949" cy="2687880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162BD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9" name="자유형: 도형 98">
                  <a:extLst>
                    <a:ext uri="{FF2B5EF4-FFF2-40B4-BE49-F238E27FC236}">
                      <a16:creationId xmlns:a16="http://schemas.microsoft.com/office/drawing/2014/main" id="{8E5F1A44-E3DA-1896-C9F7-A888B187704F}"/>
                    </a:ext>
                  </a:extLst>
                </p:cNvPr>
                <p:cNvSpPr/>
                <p:nvPr/>
              </p:nvSpPr>
              <p:spPr>
                <a:xfrm>
                  <a:off x="5774969" y="920788"/>
                  <a:ext cx="130949" cy="2686868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361BD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00" name="자유형: 도형 99">
                  <a:extLst>
                    <a:ext uri="{FF2B5EF4-FFF2-40B4-BE49-F238E27FC236}">
                      <a16:creationId xmlns:a16="http://schemas.microsoft.com/office/drawing/2014/main" id="{647E9882-3EA4-DB2D-A910-E19848FCD1B5}"/>
                    </a:ext>
                  </a:extLst>
                </p:cNvPr>
                <p:cNvSpPr/>
                <p:nvPr/>
              </p:nvSpPr>
              <p:spPr>
                <a:xfrm>
                  <a:off x="5905918" y="717754"/>
                  <a:ext cx="130949" cy="2889903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561BE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01" name="자유형: 도형 100">
                  <a:extLst>
                    <a:ext uri="{FF2B5EF4-FFF2-40B4-BE49-F238E27FC236}">
                      <a16:creationId xmlns:a16="http://schemas.microsoft.com/office/drawing/2014/main" id="{4C95D15D-CD15-312B-AEF1-A8688F5B857B}"/>
                    </a:ext>
                  </a:extLst>
                </p:cNvPr>
                <p:cNvSpPr/>
                <p:nvPr/>
              </p:nvSpPr>
              <p:spPr>
                <a:xfrm>
                  <a:off x="6036868" y="717754"/>
                  <a:ext cx="130949" cy="2889903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760BE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02" name="자유형: 도형 101">
                  <a:extLst>
                    <a:ext uri="{FF2B5EF4-FFF2-40B4-BE49-F238E27FC236}">
                      <a16:creationId xmlns:a16="http://schemas.microsoft.com/office/drawing/2014/main" id="{D75DE62E-3F72-270F-F7F0-31AD30D67FB5}"/>
                    </a:ext>
                  </a:extLst>
                </p:cNvPr>
                <p:cNvSpPr/>
                <p:nvPr/>
              </p:nvSpPr>
              <p:spPr>
                <a:xfrm>
                  <a:off x="6167818" y="257383"/>
                  <a:ext cx="130949" cy="3350274"/>
                </a:xfrm>
                <a:custGeom>
                  <a:avLst/>
                  <a:gdLst>
                    <a:gd name="csX0" fmla="*/ 0 w 127594"/>
                    <a:gd name="csY0" fmla="*/ 2147483647 h 2147483647"/>
                    <a:gd name="csX1" fmla="*/ 127594 w 127594"/>
                    <a:gd name="csY1" fmla="*/ 2147483647 h 2147483647"/>
                    <a:gd name="csX2" fmla="*/ 127594 w 127594"/>
                    <a:gd name="csY2" fmla="*/ 0 h 2147483647"/>
                    <a:gd name="csX3" fmla="*/ 0 w 127594"/>
                    <a:gd name="csY3" fmla="*/ 0 h 21474836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594" h="2147483647">
                      <a:moveTo>
                        <a:pt x="0" y="2147483647"/>
                      </a:moveTo>
                      <a:lnTo>
                        <a:pt x="127594" y="2147483647"/>
                      </a:lnTo>
                      <a:lnTo>
                        <a:pt x="1275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860BF"/>
                </a:solidFill>
                <a:ln w="8864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03" name="자유형: 도형 102">
                  <a:extLst>
                    <a:ext uri="{FF2B5EF4-FFF2-40B4-BE49-F238E27FC236}">
                      <a16:creationId xmlns:a16="http://schemas.microsoft.com/office/drawing/2014/main" id="{C0189B54-A5A9-7FCB-43F1-25F4077B9546}"/>
                    </a:ext>
                  </a:extLst>
                </p:cNvPr>
                <p:cNvSpPr/>
                <p:nvPr/>
              </p:nvSpPr>
              <p:spPr>
                <a:xfrm>
                  <a:off x="1551841" y="95753"/>
                  <a:ext cx="9102" cy="3511904"/>
                </a:xfrm>
                <a:custGeom>
                  <a:avLst/>
                  <a:gdLst>
                    <a:gd name="csX0" fmla="*/ 0 w 8869"/>
                    <a:gd name="csY0" fmla="*/ 3421917 h 3421916"/>
                    <a:gd name="csX1" fmla="*/ 0 w 8869"/>
                    <a:gd name="csY1" fmla="*/ 0 h 34219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869" h="3421916">
                      <a:moveTo>
                        <a:pt x="0" y="342191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7091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04" name="자유형: 도형 103">
                  <a:extLst>
                    <a:ext uri="{FF2B5EF4-FFF2-40B4-BE49-F238E27FC236}">
                      <a16:creationId xmlns:a16="http://schemas.microsoft.com/office/drawing/2014/main" id="{92913D52-9AC4-3359-6E11-F8948F3251A2}"/>
                    </a:ext>
                  </a:extLst>
                </p:cNvPr>
                <p:cNvSpPr/>
                <p:nvPr/>
              </p:nvSpPr>
              <p:spPr>
                <a:xfrm>
                  <a:off x="6324958" y="95753"/>
                  <a:ext cx="9102" cy="3511904"/>
                </a:xfrm>
                <a:custGeom>
                  <a:avLst/>
                  <a:gdLst>
                    <a:gd name="csX0" fmla="*/ 0 w 8869"/>
                    <a:gd name="csY0" fmla="*/ 3421917 h 3421916"/>
                    <a:gd name="csX1" fmla="*/ 0 w 8869"/>
                    <a:gd name="csY1" fmla="*/ 0 h 34219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869" h="3421916">
                      <a:moveTo>
                        <a:pt x="0" y="342191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7091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05" name="자유형: 도형 104">
                  <a:extLst>
                    <a:ext uri="{FF2B5EF4-FFF2-40B4-BE49-F238E27FC236}">
                      <a16:creationId xmlns:a16="http://schemas.microsoft.com/office/drawing/2014/main" id="{56E869B6-0304-6E53-B965-A3D5EDE20791}"/>
                    </a:ext>
                  </a:extLst>
                </p:cNvPr>
                <p:cNvSpPr/>
                <p:nvPr/>
              </p:nvSpPr>
              <p:spPr>
                <a:xfrm>
                  <a:off x="1551841" y="3610833"/>
                  <a:ext cx="4773116" cy="9102"/>
                </a:xfrm>
                <a:custGeom>
                  <a:avLst/>
                  <a:gdLst>
                    <a:gd name="csX0" fmla="*/ 0 w 4650812"/>
                    <a:gd name="csY0" fmla="*/ 0 h 8869"/>
                    <a:gd name="csX1" fmla="*/ 4650813 w 4650812"/>
                    <a:gd name="csY1" fmla="*/ 0 h 88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50812" h="8869">
                      <a:moveTo>
                        <a:pt x="0" y="0"/>
                      </a:moveTo>
                      <a:lnTo>
                        <a:pt x="4650813" y="0"/>
                      </a:lnTo>
                    </a:path>
                  </a:pathLst>
                </a:custGeom>
                <a:noFill/>
                <a:ln w="7091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06" name="자유형: 도형 105">
                  <a:extLst>
                    <a:ext uri="{FF2B5EF4-FFF2-40B4-BE49-F238E27FC236}">
                      <a16:creationId xmlns:a16="http://schemas.microsoft.com/office/drawing/2014/main" id="{A744729C-1409-CC41-06D4-195D5E5DEF62}"/>
                    </a:ext>
                  </a:extLst>
                </p:cNvPr>
                <p:cNvSpPr/>
                <p:nvPr/>
              </p:nvSpPr>
              <p:spPr>
                <a:xfrm>
                  <a:off x="1551841" y="95753"/>
                  <a:ext cx="4773116" cy="9102"/>
                </a:xfrm>
                <a:custGeom>
                  <a:avLst/>
                  <a:gdLst>
                    <a:gd name="csX0" fmla="*/ 0 w 4650812"/>
                    <a:gd name="csY0" fmla="*/ 0 h 8869"/>
                    <a:gd name="csX1" fmla="*/ 4650813 w 4650812"/>
                    <a:gd name="csY1" fmla="*/ 0 h 88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650812" h="8869">
                      <a:moveTo>
                        <a:pt x="0" y="0"/>
                      </a:moveTo>
                      <a:lnTo>
                        <a:pt x="4650813" y="0"/>
                      </a:lnTo>
                    </a:path>
                  </a:pathLst>
                </a:custGeom>
                <a:noFill/>
                <a:ln w="7091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grpSp>
              <p:nvGrpSpPr>
                <p:cNvPr id="107" name="그룹 106">
                  <a:extLst>
                    <a:ext uri="{FF2B5EF4-FFF2-40B4-BE49-F238E27FC236}">
                      <a16:creationId xmlns:a16="http://schemas.microsoft.com/office/drawing/2014/main" id="{5BC13A71-EC15-4008-45CA-B11905156035}"/>
                    </a:ext>
                  </a:extLst>
                </p:cNvPr>
                <p:cNvGrpSpPr/>
                <p:nvPr/>
              </p:nvGrpSpPr>
              <p:grpSpPr>
                <a:xfrm>
                  <a:off x="1281481" y="55766"/>
                  <a:ext cx="307783" cy="3478380"/>
                  <a:chOff x="-4188818" y="55766"/>
                  <a:chExt cx="307783" cy="3478380"/>
                </a:xfrm>
              </p:grpSpPr>
              <p:grpSp>
                <p:nvGrpSpPr>
                  <p:cNvPr id="108" name="그룹 107">
                    <a:extLst>
                      <a:ext uri="{FF2B5EF4-FFF2-40B4-BE49-F238E27FC236}">
                        <a16:creationId xmlns:a16="http://schemas.microsoft.com/office/drawing/2014/main" id="{198841F2-4EA7-CA52-D095-62A2E1A9B815}"/>
                      </a:ext>
                    </a:extLst>
                  </p:cNvPr>
                  <p:cNvGrpSpPr/>
                  <p:nvPr/>
                </p:nvGrpSpPr>
                <p:grpSpPr>
                  <a:xfrm>
                    <a:off x="-4188818" y="2942317"/>
                    <a:ext cx="307777" cy="591829"/>
                    <a:chOff x="-4188818" y="2848443"/>
                    <a:chExt cx="307777" cy="591829"/>
                  </a:xfrm>
                </p:grpSpPr>
                <p:sp>
                  <p:nvSpPr>
                    <p:cNvPr id="121" name="자유형: 도형 120">
                      <a:extLst>
                        <a:ext uri="{FF2B5EF4-FFF2-40B4-BE49-F238E27FC236}">
                          <a16:creationId xmlns:a16="http://schemas.microsoft.com/office/drawing/2014/main" id="{29F05ECD-7EF8-3557-EA65-B4DC9223E0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3957293" y="3143216"/>
                      <a:ext cx="36649" cy="9104"/>
                    </a:xfrm>
                    <a:custGeom>
                      <a:avLst/>
                      <a:gdLst>
                        <a:gd name="csX0" fmla="*/ 0 w 51126"/>
                        <a:gd name="csY0" fmla="*/ 0 h 12700"/>
                        <a:gd name="csX1" fmla="*/ 51126 w 51126"/>
                        <a:gd name="csY1" fmla="*/ 0 h 1270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51126" h="12700">
                          <a:moveTo>
                            <a:pt x="0" y="0"/>
                          </a:moveTo>
                          <a:lnTo>
                            <a:pt x="51126" y="0"/>
                          </a:lnTo>
                        </a:path>
                      </a:pathLst>
                    </a:custGeom>
                    <a:noFill/>
                    <a:ln w="10160" cap="sq">
                      <a:solidFill>
                        <a:srgbClr val="000000"/>
                      </a:solidFill>
                      <a:prstDash val="solid"/>
                      <a:miter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2" name="TextBox 121">
                      <a:extLst>
                        <a:ext uri="{FF2B5EF4-FFF2-40B4-BE49-F238E27FC236}">
                          <a16:creationId xmlns:a16="http://schemas.microsoft.com/office/drawing/2014/main" id="{38C1A927-DC96-96B9-749F-26FC6000FBB2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-4330844" y="2990469"/>
                      <a:ext cx="59182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 anchor="ctr">
                      <a:spAutoFit/>
                    </a:bodyPr>
                    <a:lstStyle/>
                    <a:p>
                      <a:pPr algn="ctr"/>
                      <a:r>
                        <a:rPr lang="en-US" altLang="ko-KR" sz="1400">
                          <a:latin typeface="SF Pro Regular" pitchFamily="2" charset="0"/>
                          <a:ea typeface="SF Pro Regular" pitchFamily="2" charset="0"/>
                          <a:cs typeface="SF Pro Regular" pitchFamily="2" charset="0"/>
                        </a:rPr>
                        <a:t>1000</a:t>
                      </a:r>
                      <a:endParaRPr lang="ko-KR" altLang="en-US" sz="1400">
                        <a:latin typeface="SF Pro Regular" pitchFamily="2" charset="0"/>
                        <a:cs typeface="SF Pro Regular" pitchFamily="2" charset="0"/>
                      </a:endParaRPr>
                    </a:p>
                  </p:txBody>
                </p:sp>
              </p:grpSp>
              <p:grpSp>
                <p:nvGrpSpPr>
                  <p:cNvPr id="109" name="그룹 108">
                    <a:extLst>
                      <a:ext uri="{FF2B5EF4-FFF2-40B4-BE49-F238E27FC236}">
                        <a16:creationId xmlns:a16="http://schemas.microsoft.com/office/drawing/2014/main" id="{FE46CAE0-DDD7-6ECE-4515-3DBB667C57A6}"/>
                      </a:ext>
                    </a:extLst>
                  </p:cNvPr>
                  <p:cNvGrpSpPr/>
                  <p:nvPr/>
                </p:nvGrpSpPr>
                <p:grpSpPr>
                  <a:xfrm>
                    <a:off x="-4188812" y="2220934"/>
                    <a:ext cx="307777" cy="612667"/>
                    <a:chOff x="-4188812" y="2031155"/>
                    <a:chExt cx="307777" cy="612667"/>
                  </a:xfrm>
                </p:grpSpPr>
                <p:sp>
                  <p:nvSpPr>
                    <p:cNvPr id="119" name="자유형: 도형 118">
                      <a:extLst>
                        <a:ext uri="{FF2B5EF4-FFF2-40B4-BE49-F238E27FC236}">
                          <a16:creationId xmlns:a16="http://schemas.microsoft.com/office/drawing/2014/main" id="{405270BB-948B-0496-07B6-C508A0F7AE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3957293" y="2335421"/>
                      <a:ext cx="36649" cy="9104"/>
                    </a:xfrm>
                    <a:custGeom>
                      <a:avLst/>
                      <a:gdLst>
                        <a:gd name="csX0" fmla="*/ 0 w 51126"/>
                        <a:gd name="csY0" fmla="*/ 0 h 12700"/>
                        <a:gd name="csX1" fmla="*/ 51126 w 51126"/>
                        <a:gd name="csY1" fmla="*/ 0 h 1270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51126" h="12700">
                          <a:moveTo>
                            <a:pt x="0" y="0"/>
                          </a:moveTo>
                          <a:lnTo>
                            <a:pt x="51126" y="0"/>
                          </a:lnTo>
                        </a:path>
                      </a:pathLst>
                    </a:custGeom>
                    <a:noFill/>
                    <a:ln w="10160" cap="sq">
                      <a:solidFill>
                        <a:srgbClr val="000000"/>
                      </a:solidFill>
                      <a:prstDash val="solid"/>
                      <a:miter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6C0089E6-14D2-0BE6-58FB-95AAAC49FC59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-4341257" y="2183600"/>
                      <a:ext cx="612667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 anchor="ctr">
                      <a:spAutoFit/>
                    </a:bodyPr>
                    <a:lstStyle/>
                    <a:p>
                      <a:pPr algn="ctr"/>
                      <a:r>
                        <a:rPr lang="en-US" altLang="ko-KR" sz="1400">
                          <a:latin typeface="SF Pro Regular" pitchFamily="2" charset="0"/>
                          <a:ea typeface="SF Pro Regular" pitchFamily="2" charset="0"/>
                          <a:cs typeface="SF Pro Regular" pitchFamily="2" charset="0"/>
                        </a:rPr>
                        <a:t>2000</a:t>
                      </a:r>
                      <a:endParaRPr lang="ko-KR" altLang="en-US" sz="1400">
                        <a:latin typeface="SF Pro Regular" pitchFamily="2" charset="0"/>
                        <a:cs typeface="SF Pro Regular" pitchFamily="2" charset="0"/>
                      </a:endParaRPr>
                    </a:p>
                  </p:txBody>
                </p:sp>
              </p:grpSp>
              <p:grpSp>
                <p:nvGrpSpPr>
                  <p:cNvPr id="110" name="그룹 109">
                    <a:extLst>
                      <a:ext uri="{FF2B5EF4-FFF2-40B4-BE49-F238E27FC236}">
                        <a16:creationId xmlns:a16="http://schemas.microsoft.com/office/drawing/2014/main" id="{56DBBE31-9400-9588-AFA5-93707B3F03B1}"/>
                      </a:ext>
                    </a:extLst>
                  </p:cNvPr>
                  <p:cNvGrpSpPr/>
                  <p:nvPr/>
                </p:nvGrpSpPr>
                <p:grpSpPr>
                  <a:xfrm>
                    <a:off x="-4188813" y="1500097"/>
                    <a:ext cx="307777" cy="617477"/>
                    <a:chOff x="-4188813" y="1307717"/>
                    <a:chExt cx="307777" cy="617477"/>
                  </a:xfrm>
                </p:grpSpPr>
                <p:sp>
                  <p:nvSpPr>
                    <p:cNvPr id="117" name="자유형: 도형 116">
                      <a:extLst>
                        <a:ext uri="{FF2B5EF4-FFF2-40B4-BE49-F238E27FC236}">
                          <a16:creationId xmlns:a16="http://schemas.microsoft.com/office/drawing/2014/main" id="{635BE953-ADC6-5027-D1EF-5CDD57311D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3957293" y="1615428"/>
                      <a:ext cx="36649" cy="9104"/>
                    </a:xfrm>
                    <a:custGeom>
                      <a:avLst/>
                      <a:gdLst>
                        <a:gd name="csX0" fmla="*/ 0 w 51126"/>
                        <a:gd name="csY0" fmla="*/ 0 h 12700"/>
                        <a:gd name="csX1" fmla="*/ 51126 w 51126"/>
                        <a:gd name="csY1" fmla="*/ 0 h 1270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51126" h="12700">
                          <a:moveTo>
                            <a:pt x="0" y="0"/>
                          </a:moveTo>
                          <a:lnTo>
                            <a:pt x="51126" y="0"/>
                          </a:lnTo>
                        </a:path>
                      </a:pathLst>
                    </a:custGeom>
                    <a:noFill/>
                    <a:ln w="10160" cap="sq">
                      <a:solidFill>
                        <a:srgbClr val="000000"/>
                      </a:solidFill>
                      <a:prstDash val="solid"/>
                      <a:miter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8" name="TextBox 117">
                      <a:extLst>
                        <a:ext uri="{FF2B5EF4-FFF2-40B4-BE49-F238E27FC236}">
                          <a16:creationId xmlns:a16="http://schemas.microsoft.com/office/drawing/2014/main" id="{169F83BF-ED54-FAF3-0055-B3D5E2DBA880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-4343663" y="1462567"/>
                      <a:ext cx="617477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 anchor="ctr">
                      <a:spAutoFit/>
                    </a:bodyPr>
                    <a:lstStyle/>
                    <a:p>
                      <a:pPr algn="ctr"/>
                      <a:r>
                        <a:rPr lang="en-US" altLang="ko-KR" sz="1400">
                          <a:latin typeface="SF Pro Regular" pitchFamily="2" charset="0"/>
                          <a:ea typeface="SF Pro Regular" pitchFamily="2" charset="0"/>
                          <a:cs typeface="SF Pro Regular" pitchFamily="2" charset="0"/>
                        </a:rPr>
                        <a:t>3000</a:t>
                      </a:r>
                      <a:endParaRPr lang="ko-KR" altLang="en-US" sz="1400">
                        <a:latin typeface="SF Pro Regular" pitchFamily="2" charset="0"/>
                        <a:cs typeface="SF Pro Regular" pitchFamily="2" charset="0"/>
                      </a:endParaRPr>
                    </a:p>
                  </p:txBody>
                </p:sp>
              </p:grpSp>
              <p:grpSp>
                <p:nvGrpSpPr>
                  <p:cNvPr id="111" name="그룹 110">
                    <a:extLst>
                      <a:ext uri="{FF2B5EF4-FFF2-40B4-BE49-F238E27FC236}">
                        <a16:creationId xmlns:a16="http://schemas.microsoft.com/office/drawing/2014/main" id="{59FD52A4-1CDB-52DE-587C-EBDAD54838D4}"/>
                      </a:ext>
                    </a:extLst>
                  </p:cNvPr>
                  <p:cNvGrpSpPr/>
                  <p:nvPr/>
                </p:nvGrpSpPr>
                <p:grpSpPr>
                  <a:xfrm>
                    <a:off x="-4188814" y="777190"/>
                    <a:ext cx="307777" cy="620683"/>
                    <a:chOff x="-4188814" y="712493"/>
                    <a:chExt cx="307777" cy="620683"/>
                  </a:xfrm>
                </p:grpSpPr>
                <p:sp>
                  <p:nvSpPr>
                    <p:cNvPr id="115" name="자유형: 도형 114">
                      <a:extLst>
                        <a:ext uri="{FF2B5EF4-FFF2-40B4-BE49-F238E27FC236}">
                          <a16:creationId xmlns:a16="http://schemas.microsoft.com/office/drawing/2014/main" id="{73E7EE99-0F09-53FD-287C-0420D1ED9B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3957293" y="1021874"/>
                      <a:ext cx="36649" cy="9104"/>
                    </a:xfrm>
                    <a:custGeom>
                      <a:avLst/>
                      <a:gdLst>
                        <a:gd name="csX0" fmla="*/ 0 w 51126"/>
                        <a:gd name="csY0" fmla="*/ 0 h 12700"/>
                        <a:gd name="csX1" fmla="*/ 51126 w 51126"/>
                        <a:gd name="csY1" fmla="*/ 0 h 1270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51126" h="12700">
                          <a:moveTo>
                            <a:pt x="0" y="0"/>
                          </a:moveTo>
                          <a:lnTo>
                            <a:pt x="51126" y="0"/>
                          </a:lnTo>
                        </a:path>
                      </a:pathLst>
                    </a:custGeom>
                    <a:noFill/>
                    <a:ln w="10160" cap="sq">
                      <a:solidFill>
                        <a:srgbClr val="000000"/>
                      </a:solidFill>
                      <a:prstDash val="solid"/>
                      <a:miter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5E1E56D5-F30F-548F-4E8B-517F0CFBA45C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-4345267" y="868946"/>
                      <a:ext cx="620683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 anchor="ctr">
                      <a:spAutoFit/>
                    </a:bodyPr>
                    <a:lstStyle/>
                    <a:p>
                      <a:pPr algn="ctr"/>
                      <a:r>
                        <a:rPr lang="en-US" altLang="ko-KR" sz="1400">
                          <a:latin typeface="SF Pro Regular" pitchFamily="2" charset="0"/>
                          <a:ea typeface="SF Pro Regular" pitchFamily="2" charset="0"/>
                          <a:cs typeface="SF Pro Regular" pitchFamily="2" charset="0"/>
                        </a:rPr>
                        <a:t>4000</a:t>
                      </a:r>
                      <a:endParaRPr lang="ko-KR" altLang="en-US" sz="1400">
                        <a:latin typeface="SF Pro Regular" pitchFamily="2" charset="0"/>
                        <a:cs typeface="SF Pro Regular" pitchFamily="2" charset="0"/>
                      </a:endParaRPr>
                    </a:p>
                  </p:txBody>
                </p:sp>
              </p:grpSp>
              <p:grpSp>
                <p:nvGrpSpPr>
                  <p:cNvPr id="112" name="그룹 111">
                    <a:extLst>
                      <a:ext uri="{FF2B5EF4-FFF2-40B4-BE49-F238E27FC236}">
                        <a16:creationId xmlns:a16="http://schemas.microsoft.com/office/drawing/2014/main" id="{1A4F09FC-9F65-F897-21D8-14C2B59B3199}"/>
                      </a:ext>
                    </a:extLst>
                  </p:cNvPr>
                  <p:cNvGrpSpPr/>
                  <p:nvPr/>
                </p:nvGrpSpPr>
                <p:grpSpPr>
                  <a:xfrm>
                    <a:off x="-4188813" y="55766"/>
                    <a:ext cx="307777" cy="617477"/>
                    <a:chOff x="-4188813" y="182766"/>
                    <a:chExt cx="307777" cy="617477"/>
                  </a:xfrm>
                </p:grpSpPr>
                <p:sp>
                  <p:nvSpPr>
                    <p:cNvPr id="113" name="자유형: 도형 112">
                      <a:extLst>
                        <a:ext uri="{FF2B5EF4-FFF2-40B4-BE49-F238E27FC236}">
                          <a16:creationId xmlns:a16="http://schemas.microsoft.com/office/drawing/2014/main" id="{9A3E382C-88A3-DB81-8AA5-457D72D105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3957293" y="491539"/>
                      <a:ext cx="36649" cy="9104"/>
                    </a:xfrm>
                    <a:custGeom>
                      <a:avLst/>
                      <a:gdLst>
                        <a:gd name="csX0" fmla="*/ 0 w 51126"/>
                        <a:gd name="csY0" fmla="*/ 0 h 12700"/>
                        <a:gd name="csX1" fmla="*/ 51126 w 51126"/>
                        <a:gd name="csY1" fmla="*/ 0 h 1270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51126" h="12700">
                          <a:moveTo>
                            <a:pt x="0" y="0"/>
                          </a:moveTo>
                          <a:lnTo>
                            <a:pt x="51126" y="0"/>
                          </a:lnTo>
                        </a:path>
                      </a:pathLst>
                    </a:custGeom>
                    <a:noFill/>
                    <a:ln w="10160" cap="sq">
                      <a:solidFill>
                        <a:srgbClr val="000000"/>
                      </a:solidFill>
                      <a:prstDash val="solid"/>
                      <a:miter/>
                    </a:ln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4D2104E2-3A16-82FA-058B-032F0E6B73B7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-4343663" y="337616"/>
                      <a:ext cx="617477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 anchor="ctr">
                      <a:spAutoFit/>
                    </a:bodyPr>
                    <a:lstStyle/>
                    <a:p>
                      <a:pPr algn="ctr"/>
                      <a:r>
                        <a:rPr lang="en-US" altLang="ko-KR" sz="1400">
                          <a:latin typeface="SF Pro Regular" pitchFamily="2" charset="0"/>
                          <a:ea typeface="SF Pro Regular" pitchFamily="2" charset="0"/>
                          <a:cs typeface="SF Pro Regular" pitchFamily="2" charset="0"/>
                        </a:rPr>
                        <a:t>5000</a:t>
                      </a:r>
                      <a:endParaRPr lang="ko-KR" altLang="en-US" sz="1400">
                        <a:latin typeface="SF Pro Regular" pitchFamily="2" charset="0"/>
                        <a:cs typeface="SF Pro Regular" pitchFamily="2" charset="0"/>
                      </a:endParaRPr>
                    </a:p>
                  </p:txBody>
                </p:sp>
              </p:grpSp>
            </p:grp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5B6794-808D-85B8-1EDA-9C01A713FF15}"/>
                  </a:ext>
                </a:extLst>
              </p:cNvPr>
              <p:cNvSpPr txBox="1"/>
              <p:nvPr/>
            </p:nvSpPr>
            <p:spPr>
              <a:xfrm>
                <a:off x="4823607" y="139725"/>
                <a:ext cx="36067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1400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0.63</a:t>
                </a:r>
                <a:endParaRPr lang="ko-KR" altLang="en-US" sz="1400">
                  <a:latin typeface="SF Pro Regular" pitchFamily="2" charset="0"/>
                  <a:cs typeface="SF Pro Regular" pitchFamily="2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0E2FD0-D3E8-F0AF-440A-78B5C5CA0D15}"/>
                  </a:ext>
                </a:extLst>
              </p:cNvPr>
              <p:cNvSpPr txBox="1"/>
              <p:nvPr/>
            </p:nvSpPr>
            <p:spPr>
              <a:xfrm>
                <a:off x="5765771" y="2681267"/>
                <a:ext cx="32380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1400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0.13</a:t>
                </a:r>
                <a:endParaRPr lang="ko-KR" altLang="en-US" sz="1400">
                  <a:latin typeface="SF Pro Regular" pitchFamily="2" charset="0"/>
                  <a:cs typeface="SF Pro Regular" pitchFamily="2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AB3DF0-A4BD-7B6E-E660-3B4E71E06F72}"/>
                  </a:ext>
                </a:extLst>
              </p:cNvPr>
              <p:cNvSpPr txBox="1"/>
              <p:nvPr/>
            </p:nvSpPr>
            <p:spPr>
              <a:xfrm>
                <a:off x="6689498" y="2593384"/>
                <a:ext cx="32380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1400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0.15</a:t>
                </a:r>
                <a:endParaRPr lang="ko-KR" altLang="en-US" sz="1400">
                  <a:latin typeface="SF Pro Regular" pitchFamily="2" charset="0"/>
                  <a:cs typeface="SF Pro Regular" pitchFamily="2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70EB70-BC69-6ED6-57C8-2F025DDE7CBF}"/>
                  </a:ext>
                </a:extLst>
              </p:cNvPr>
              <p:cNvSpPr txBox="1"/>
              <p:nvPr/>
            </p:nvSpPr>
            <p:spPr>
              <a:xfrm>
                <a:off x="7593194" y="2946648"/>
                <a:ext cx="36388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1400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0.09</a:t>
                </a:r>
                <a:endParaRPr lang="ko-KR" altLang="en-US" sz="1400">
                  <a:latin typeface="SF Pro Regular" pitchFamily="2" charset="0"/>
                  <a:cs typeface="SF Pro Regular" pitchFamily="2" charset="0"/>
                </a:endParaRPr>
              </a:p>
            </p:txBody>
          </p:sp>
          <p:grpSp>
            <p:nvGrpSpPr>
              <p:cNvPr id="14" name="그래픽 2">
                <a:extLst>
                  <a:ext uri="{FF2B5EF4-FFF2-40B4-BE49-F238E27FC236}">
                    <a16:creationId xmlns:a16="http://schemas.microsoft.com/office/drawing/2014/main" id="{CBEEF8B4-E994-B196-F0BF-5BAD2180F59D}"/>
                  </a:ext>
                </a:extLst>
              </p:cNvPr>
              <p:cNvGrpSpPr/>
              <p:nvPr/>
            </p:nvGrpSpPr>
            <p:grpSpPr>
              <a:xfrm>
                <a:off x="4634452" y="356272"/>
                <a:ext cx="738983" cy="3205772"/>
                <a:chOff x="1689366" y="334736"/>
                <a:chExt cx="756307" cy="2874935"/>
              </a:xfrm>
            </p:grpSpPr>
            <p:sp>
              <p:nvSpPr>
                <p:cNvPr id="65" name="자유형: 도형 64">
                  <a:extLst>
                    <a:ext uri="{FF2B5EF4-FFF2-40B4-BE49-F238E27FC236}">
                      <a16:creationId xmlns:a16="http://schemas.microsoft.com/office/drawing/2014/main" id="{6504F1DA-11FE-A2EA-FEDC-96DF67F12823}"/>
                    </a:ext>
                  </a:extLst>
                </p:cNvPr>
                <p:cNvSpPr/>
                <p:nvPr/>
              </p:nvSpPr>
              <p:spPr>
                <a:xfrm flipV="1">
                  <a:off x="1689366" y="334736"/>
                  <a:ext cx="756307" cy="2874935"/>
                </a:xfrm>
                <a:custGeom>
                  <a:avLst/>
                  <a:gdLst>
                    <a:gd name="csX0" fmla="*/ 0 w 756307"/>
                    <a:gd name="csY0" fmla="*/ 11 h 2874935"/>
                    <a:gd name="csX1" fmla="*/ 756308 w 756307"/>
                    <a:gd name="csY1" fmla="*/ 11 h 2874935"/>
                    <a:gd name="csX2" fmla="*/ 756308 w 756307"/>
                    <a:gd name="csY2" fmla="*/ 2874946 h 2874935"/>
                    <a:gd name="csX3" fmla="*/ 0 w 756307"/>
                    <a:gd name="csY3" fmla="*/ 2874946 h 28749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56307" h="2874935">
                      <a:moveTo>
                        <a:pt x="0" y="11"/>
                      </a:moveTo>
                      <a:lnTo>
                        <a:pt x="756308" y="11"/>
                      </a:lnTo>
                      <a:lnTo>
                        <a:pt x="756308" y="2874946"/>
                      </a:lnTo>
                      <a:lnTo>
                        <a:pt x="0" y="2874946"/>
                      </a:lnTo>
                      <a:close/>
                    </a:path>
                  </a:pathLst>
                </a:custGeom>
                <a:solidFill>
                  <a:srgbClr val="4C72B0"/>
                </a:solidFill>
                <a:ln w="74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 sz="28912"/>
                </a:p>
              </p:txBody>
            </p:sp>
            <p:sp>
              <p:nvSpPr>
                <p:cNvPr id="66" name="자유형: 도형 65">
                  <a:extLst>
                    <a:ext uri="{FF2B5EF4-FFF2-40B4-BE49-F238E27FC236}">
                      <a16:creationId xmlns:a16="http://schemas.microsoft.com/office/drawing/2014/main" id="{DA46FE17-13A0-CD89-555A-9C523E9259D9}"/>
                    </a:ext>
                  </a:extLst>
                </p:cNvPr>
                <p:cNvSpPr/>
                <p:nvPr/>
              </p:nvSpPr>
              <p:spPr>
                <a:xfrm flipV="1">
                  <a:off x="1689366" y="334736"/>
                  <a:ext cx="756307" cy="2874935"/>
                </a:xfrm>
                <a:custGeom>
                  <a:avLst/>
                  <a:gdLst>
                    <a:gd name="csX0" fmla="*/ 0 w 756307"/>
                    <a:gd name="csY0" fmla="*/ 11 h 2874935"/>
                    <a:gd name="csX1" fmla="*/ 756308 w 756307"/>
                    <a:gd name="csY1" fmla="*/ 11 h 2874935"/>
                    <a:gd name="csX2" fmla="*/ 756308 w 756307"/>
                    <a:gd name="csY2" fmla="*/ 2874946 h 2874935"/>
                    <a:gd name="csX3" fmla="*/ 0 w 756307"/>
                    <a:gd name="csY3" fmla="*/ 2874946 h 28749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56307" h="2874935">
                      <a:moveTo>
                        <a:pt x="0" y="11"/>
                      </a:moveTo>
                      <a:lnTo>
                        <a:pt x="756308" y="11"/>
                      </a:lnTo>
                      <a:lnTo>
                        <a:pt x="756308" y="2874946"/>
                      </a:lnTo>
                      <a:lnTo>
                        <a:pt x="0" y="2874946"/>
                      </a:lnTo>
                      <a:close/>
                    </a:path>
                  </a:pathLst>
                </a:custGeom>
                <a:noFill/>
                <a:ln w="7491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 sz="28912"/>
                </a:p>
              </p:txBody>
            </p:sp>
          </p:grpSp>
          <p:grpSp>
            <p:nvGrpSpPr>
              <p:cNvPr id="15" name="그래픽 2">
                <a:extLst>
                  <a:ext uri="{FF2B5EF4-FFF2-40B4-BE49-F238E27FC236}">
                    <a16:creationId xmlns:a16="http://schemas.microsoft.com/office/drawing/2014/main" id="{7A3680AF-704E-2380-2989-113CDB298BA1}"/>
                  </a:ext>
                </a:extLst>
              </p:cNvPr>
              <p:cNvGrpSpPr/>
              <p:nvPr/>
            </p:nvGrpSpPr>
            <p:grpSpPr>
              <a:xfrm>
                <a:off x="5558182" y="2897788"/>
                <a:ext cx="738983" cy="664254"/>
                <a:chOff x="2634751" y="2565851"/>
                <a:chExt cx="756307" cy="643819"/>
              </a:xfrm>
            </p:grpSpPr>
            <p:sp>
              <p:nvSpPr>
                <p:cNvPr id="63" name="자유형: 도형 62">
                  <a:extLst>
                    <a:ext uri="{FF2B5EF4-FFF2-40B4-BE49-F238E27FC236}">
                      <a16:creationId xmlns:a16="http://schemas.microsoft.com/office/drawing/2014/main" id="{58DFDA8E-4AA3-95E7-18B4-C59AF4935809}"/>
                    </a:ext>
                  </a:extLst>
                </p:cNvPr>
                <p:cNvSpPr/>
                <p:nvPr/>
              </p:nvSpPr>
              <p:spPr>
                <a:xfrm flipV="1">
                  <a:off x="2634751" y="2565851"/>
                  <a:ext cx="756307" cy="643819"/>
                </a:xfrm>
                <a:custGeom>
                  <a:avLst/>
                  <a:gdLst>
                    <a:gd name="csX0" fmla="*/ 0 w 756307"/>
                    <a:gd name="csY0" fmla="*/ 309 h 643819"/>
                    <a:gd name="csX1" fmla="*/ 756308 w 756307"/>
                    <a:gd name="csY1" fmla="*/ 309 h 643819"/>
                    <a:gd name="csX2" fmla="*/ 756308 w 756307"/>
                    <a:gd name="csY2" fmla="*/ 644129 h 643819"/>
                    <a:gd name="csX3" fmla="*/ 0 w 756307"/>
                    <a:gd name="csY3" fmla="*/ 644129 h 64381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56307" h="643819">
                      <a:moveTo>
                        <a:pt x="0" y="309"/>
                      </a:moveTo>
                      <a:lnTo>
                        <a:pt x="756308" y="309"/>
                      </a:lnTo>
                      <a:lnTo>
                        <a:pt x="756308" y="644129"/>
                      </a:lnTo>
                      <a:lnTo>
                        <a:pt x="0" y="644129"/>
                      </a:lnTo>
                      <a:close/>
                    </a:path>
                  </a:pathLst>
                </a:custGeom>
                <a:solidFill>
                  <a:srgbClr val="5F6DB8"/>
                </a:solidFill>
                <a:ln w="74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 sz="28912"/>
                </a:p>
              </p:txBody>
            </p:sp>
            <p:sp>
              <p:nvSpPr>
                <p:cNvPr id="64" name="자유형: 도형 63">
                  <a:extLst>
                    <a:ext uri="{FF2B5EF4-FFF2-40B4-BE49-F238E27FC236}">
                      <a16:creationId xmlns:a16="http://schemas.microsoft.com/office/drawing/2014/main" id="{7EE303E6-C5DC-9B86-1227-7850B242DF95}"/>
                    </a:ext>
                  </a:extLst>
                </p:cNvPr>
                <p:cNvSpPr/>
                <p:nvPr/>
              </p:nvSpPr>
              <p:spPr>
                <a:xfrm flipV="1">
                  <a:off x="2634751" y="2565851"/>
                  <a:ext cx="756307" cy="643819"/>
                </a:xfrm>
                <a:custGeom>
                  <a:avLst/>
                  <a:gdLst>
                    <a:gd name="csX0" fmla="*/ 0 w 756307"/>
                    <a:gd name="csY0" fmla="*/ 309 h 643819"/>
                    <a:gd name="csX1" fmla="*/ 756308 w 756307"/>
                    <a:gd name="csY1" fmla="*/ 309 h 643819"/>
                    <a:gd name="csX2" fmla="*/ 756308 w 756307"/>
                    <a:gd name="csY2" fmla="*/ 644129 h 643819"/>
                    <a:gd name="csX3" fmla="*/ 0 w 756307"/>
                    <a:gd name="csY3" fmla="*/ 644129 h 64381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56307" h="643819">
                      <a:moveTo>
                        <a:pt x="0" y="309"/>
                      </a:moveTo>
                      <a:lnTo>
                        <a:pt x="756308" y="309"/>
                      </a:lnTo>
                      <a:lnTo>
                        <a:pt x="756308" y="644129"/>
                      </a:lnTo>
                      <a:lnTo>
                        <a:pt x="0" y="644129"/>
                      </a:lnTo>
                      <a:close/>
                    </a:path>
                  </a:pathLst>
                </a:custGeom>
                <a:noFill/>
                <a:ln w="7491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 sz="28912"/>
                </a:p>
              </p:txBody>
            </p:sp>
          </p:grpSp>
          <p:grpSp>
            <p:nvGrpSpPr>
              <p:cNvPr id="16" name="그래픽 2">
                <a:extLst>
                  <a:ext uri="{FF2B5EF4-FFF2-40B4-BE49-F238E27FC236}">
                    <a16:creationId xmlns:a16="http://schemas.microsoft.com/office/drawing/2014/main" id="{39BBDE40-C48B-150E-0766-0F47E9A8EA6F}"/>
                  </a:ext>
                </a:extLst>
              </p:cNvPr>
              <p:cNvGrpSpPr/>
              <p:nvPr/>
            </p:nvGrpSpPr>
            <p:grpSpPr>
              <a:xfrm>
                <a:off x="6481910" y="2810577"/>
                <a:ext cx="738983" cy="751465"/>
                <a:chOff x="3580135" y="2613259"/>
                <a:chExt cx="756307" cy="596411"/>
              </a:xfrm>
            </p:grpSpPr>
            <p:sp>
              <p:nvSpPr>
                <p:cNvPr id="61" name="자유형: 도형 60">
                  <a:extLst>
                    <a:ext uri="{FF2B5EF4-FFF2-40B4-BE49-F238E27FC236}">
                      <a16:creationId xmlns:a16="http://schemas.microsoft.com/office/drawing/2014/main" id="{D5287F95-A7C2-FD59-0EC2-1E89B7E79825}"/>
                    </a:ext>
                  </a:extLst>
                </p:cNvPr>
                <p:cNvSpPr/>
                <p:nvPr/>
              </p:nvSpPr>
              <p:spPr>
                <a:xfrm flipV="1">
                  <a:off x="3580135" y="2613259"/>
                  <a:ext cx="756307" cy="596411"/>
                </a:xfrm>
                <a:custGeom>
                  <a:avLst/>
                  <a:gdLst>
                    <a:gd name="csX0" fmla="*/ 0 w 756307"/>
                    <a:gd name="csY0" fmla="*/ 315 h 596411"/>
                    <a:gd name="csX1" fmla="*/ 756308 w 756307"/>
                    <a:gd name="csY1" fmla="*/ 315 h 596411"/>
                    <a:gd name="csX2" fmla="*/ 756308 w 756307"/>
                    <a:gd name="csY2" fmla="*/ 596727 h 596411"/>
                    <a:gd name="csX3" fmla="*/ 0 w 756307"/>
                    <a:gd name="csY3" fmla="*/ 596727 h 5964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56307" h="596411">
                      <a:moveTo>
                        <a:pt x="0" y="315"/>
                      </a:moveTo>
                      <a:lnTo>
                        <a:pt x="756308" y="315"/>
                      </a:lnTo>
                      <a:lnTo>
                        <a:pt x="756308" y="596727"/>
                      </a:lnTo>
                      <a:lnTo>
                        <a:pt x="0" y="596727"/>
                      </a:lnTo>
                      <a:close/>
                    </a:path>
                  </a:pathLst>
                </a:custGeom>
                <a:solidFill>
                  <a:srgbClr val="6F6DB2"/>
                </a:solidFill>
                <a:ln w="74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 sz="28912"/>
                </a:p>
              </p:txBody>
            </p:sp>
            <p:sp>
              <p:nvSpPr>
                <p:cNvPr id="62" name="자유형: 도형 61">
                  <a:extLst>
                    <a:ext uri="{FF2B5EF4-FFF2-40B4-BE49-F238E27FC236}">
                      <a16:creationId xmlns:a16="http://schemas.microsoft.com/office/drawing/2014/main" id="{E79D8E7D-0CDB-0432-77EA-C0316A00BD06}"/>
                    </a:ext>
                  </a:extLst>
                </p:cNvPr>
                <p:cNvSpPr/>
                <p:nvPr/>
              </p:nvSpPr>
              <p:spPr>
                <a:xfrm flipV="1">
                  <a:off x="3580135" y="2613259"/>
                  <a:ext cx="756307" cy="596411"/>
                </a:xfrm>
                <a:custGeom>
                  <a:avLst/>
                  <a:gdLst>
                    <a:gd name="csX0" fmla="*/ 0 w 756307"/>
                    <a:gd name="csY0" fmla="*/ 315 h 596411"/>
                    <a:gd name="csX1" fmla="*/ 756308 w 756307"/>
                    <a:gd name="csY1" fmla="*/ 315 h 596411"/>
                    <a:gd name="csX2" fmla="*/ 756308 w 756307"/>
                    <a:gd name="csY2" fmla="*/ 596727 h 596411"/>
                    <a:gd name="csX3" fmla="*/ 0 w 756307"/>
                    <a:gd name="csY3" fmla="*/ 596727 h 5964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56307" h="596411">
                      <a:moveTo>
                        <a:pt x="0" y="315"/>
                      </a:moveTo>
                      <a:lnTo>
                        <a:pt x="756308" y="315"/>
                      </a:lnTo>
                      <a:lnTo>
                        <a:pt x="756308" y="596727"/>
                      </a:lnTo>
                      <a:lnTo>
                        <a:pt x="0" y="596727"/>
                      </a:lnTo>
                      <a:close/>
                    </a:path>
                  </a:pathLst>
                </a:custGeom>
                <a:noFill/>
                <a:ln w="7491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 sz="28912"/>
                </a:p>
              </p:txBody>
            </p:sp>
          </p:grpSp>
          <p:grpSp>
            <p:nvGrpSpPr>
              <p:cNvPr id="17" name="그래픽 2">
                <a:extLst>
                  <a:ext uri="{FF2B5EF4-FFF2-40B4-BE49-F238E27FC236}">
                    <a16:creationId xmlns:a16="http://schemas.microsoft.com/office/drawing/2014/main" id="{A04F8FFC-1352-797D-939C-C537FAC9CFF8}"/>
                  </a:ext>
                </a:extLst>
              </p:cNvPr>
              <p:cNvGrpSpPr/>
              <p:nvPr/>
            </p:nvGrpSpPr>
            <p:grpSpPr>
              <a:xfrm>
                <a:off x="7405641" y="3160227"/>
                <a:ext cx="738983" cy="401814"/>
                <a:chOff x="4525520" y="3092420"/>
                <a:chExt cx="756307" cy="117250"/>
              </a:xfrm>
            </p:grpSpPr>
            <p:sp>
              <p:nvSpPr>
                <p:cNvPr id="59" name="자유형: 도형 58">
                  <a:extLst>
                    <a:ext uri="{FF2B5EF4-FFF2-40B4-BE49-F238E27FC236}">
                      <a16:creationId xmlns:a16="http://schemas.microsoft.com/office/drawing/2014/main" id="{6CF6E450-8BB6-39D2-D8C8-975A81B2D9FF}"/>
                    </a:ext>
                  </a:extLst>
                </p:cNvPr>
                <p:cNvSpPr/>
                <p:nvPr/>
              </p:nvSpPr>
              <p:spPr>
                <a:xfrm flipV="1">
                  <a:off x="4525520" y="3092420"/>
                  <a:ext cx="756307" cy="117250"/>
                </a:xfrm>
                <a:custGeom>
                  <a:avLst/>
                  <a:gdLst>
                    <a:gd name="csX0" fmla="*/ 0 w 756307"/>
                    <a:gd name="csY0" fmla="*/ 379 h 117250"/>
                    <a:gd name="csX1" fmla="*/ 756308 w 756307"/>
                    <a:gd name="csY1" fmla="*/ 379 h 117250"/>
                    <a:gd name="csX2" fmla="*/ 756308 w 756307"/>
                    <a:gd name="csY2" fmla="*/ 117629 h 117250"/>
                    <a:gd name="csX3" fmla="*/ 0 w 756307"/>
                    <a:gd name="csY3" fmla="*/ 117629 h 1172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56307" h="117250">
                      <a:moveTo>
                        <a:pt x="0" y="379"/>
                      </a:moveTo>
                      <a:lnTo>
                        <a:pt x="756308" y="379"/>
                      </a:lnTo>
                      <a:lnTo>
                        <a:pt x="756308" y="117629"/>
                      </a:lnTo>
                      <a:lnTo>
                        <a:pt x="0" y="117629"/>
                      </a:lnTo>
                      <a:close/>
                    </a:path>
                  </a:pathLst>
                </a:custGeom>
                <a:solidFill>
                  <a:srgbClr val="8A5FBF"/>
                </a:solidFill>
                <a:ln w="74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 sz="28912"/>
                </a:p>
              </p:txBody>
            </p:sp>
            <p:sp>
              <p:nvSpPr>
                <p:cNvPr id="60" name="자유형: 도형 59">
                  <a:extLst>
                    <a:ext uri="{FF2B5EF4-FFF2-40B4-BE49-F238E27FC236}">
                      <a16:creationId xmlns:a16="http://schemas.microsoft.com/office/drawing/2014/main" id="{69D736C7-19D6-0DD9-8E98-B7DBA95143ED}"/>
                    </a:ext>
                  </a:extLst>
                </p:cNvPr>
                <p:cNvSpPr/>
                <p:nvPr/>
              </p:nvSpPr>
              <p:spPr>
                <a:xfrm flipV="1">
                  <a:off x="4525520" y="3092420"/>
                  <a:ext cx="756307" cy="117250"/>
                </a:xfrm>
                <a:custGeom>
                  <a:avLst/>
                  <a:gdLst>
                    <a:gd name="csX0" fmla="*/ 0 w 756307"/>
                    <a:gd name="csY0" fmla="*/ 379 h 117250"/>
                    <a:gd name="csX1" fmla="*/ 756308 w 756307"/>
                    <a:gd name="csY1" fmla="*/ 379 h 117250"/>
                    <a:gd name="csX2" fmla="*/ 756308 w 756307"/>
                    <a:gd name="csY2" fmla="*/ 117629 h 117250"/>
                    <a:gd name="csX3" fmla="*/ 0 w 756307"/>
                    <a:gd name="csY3" fmla="*/ 117629 h 1172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56307" h="117250">
                      <a:moveTo>
                        <a:pt x="0" y="379"/>
                      </a:moveTo>
                      <a:lnTo>
                        <a:pt x="756308" y="379"/>
                      </a:lnTo>
                      <a:lnTo>
                        <a:pt x="756308" y="117629"/>
                      </a:lnTo>
                      <a:lnTo>
                        <a:pt x="0" y="117629"/>
                      </a:lnTo>
                      <a:close/>
                    </a:path>
                  </a:pathLst>
                </a:custGeom>
                <a:noFill/>
                <a:ln w="7491" cap="flat">
                  <a:solidFill>
                    <a:srgbClr val="4A4A4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 sz="28912"/>
                </a:p>
              </p:txBody>
            </p:sp>
          </p:grp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86F18D0D-4ADD-D4CD-BB12-C8B2D4C5CE84}"/>
                  </a:ext>
                </a:extLst>
              </p:cNvPr>
              <p:cNvSpPr/>
              <p:nvPr/>
            </p:nvSpPr>
            <p:spPr>
              <a:xfrm flipV="1">
                <a:off x="5000279" y="3562044"/>
                <a:ext cx="7329" cy="30572"/>
              </a:xfrm>
              <a:custGeom>
                <a:avLst/>
                <a:gdLst>
                  <a:gd name="csX0" fmla="*/ 0 w 7500"/>
                  <a:gd name="csY0" fmla="*/ 26649 h 26250"/>
                  <a:gd name="csX1" fmla="*/ 0 w 7500"/>
                  <a:gd name="csY1" fmla="*/ 398 h 262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00" h="26250">
                    <a:moveTo>
                      <a:pt x="0" y="26649"/>
                    </a:moveTo>
                    <a:lnTo>
                      <a:pt x="0" y="398"/>
                    </a:lnTo>
                  </a:path>
                </a:pathLst>
              </a:custGeom>
              <a:solidFill>
                <a:srgbClr val="000000"/>
              </a:solidFill>
              <a:ln w="749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8A29D5F4-C33E-BBDC-8B00-66FF66CD7CE4}"/>
                  </a:ext>
                </a:extLst>
              </p:cNvPr>
              <p:cNvSpPr/>
              <p:nvPr/>
            </p:nvSpPr>
            <p:spPr>
              <a:xfrm flipV="1">
                <a:off x="5000279" y="3562044"/>
                <a:ext cx="7329" cy="30572"/>
              </a:xfrm>
              <a:custGeom>
                <a:avLst/>
                <a:gdLst>
                  <a:gd name="csX0" fmla="*/ 0 w 7500"/>
                  <a:gd name="csY0" fmla="*/ 26649 h 26250"/>
                  <a:gd name="csX1" fmla="*/ 0 w 7500"/>
                  <a:gd name="csY1" fmla="*/ 398 h 262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00" h="26250">
                    <a:moveTo>
                      <a:pt x="0" y="26649"/>
                    </a:moveTo>
                    <a:lnTo>
                      <a:pt x="0" y="398"/>
                    </a:lnTo>
                  </a:path>
                </a:pathLst>
              </a:custGeom>
              <a:noFill/>
              <a:ln w="5993" cap="flat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56C570C0-1811-726F-DDE3-95271AC3D4CD}"/>
                  </a:ext>
                </a:extLst>
              </p:cNvPr>
              <p:cNvSpPr/>
              <p:nvPr/>
            </p:nvSpPr>
            <p:spPr>
              <a:xfrm flipV="1">
                <a:off x="5924009" y="3562044"/>
                <a:ext cx="7329" cy="30572"/>
              </a:xfrm>
              <a:custGeom>
                <a:avLst/>
                <a:gdLst>
                  <a:gd name="csX0" fmla="*/ 0 w 7500"/>
                  <a:gd name="csY0" fmla="*/ 26649 h 26250"/>
                  <a:gd name="csX1" fmla="*/ 0 w 7500"/>
                  <a:gd name="csY1" fmla="*/ 398 h 262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00" h="26250">
                    <a:moveTo>
                      <a:pt x="0" y="26649"/>
                    </a:moveTo>
                    <a:lnTo>
                      <a:pt x="0" y="398"/>
                    </a:lnTo>
                  </a:path>
                </a:pathLst>
              </a:custGeom>
              <a:solidFill>
                <a:srgbClr val="000000"/>
              </a:solidFill>
              <a:ln w="749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E6C2B064-6947-F8FE-5888-3C537C00151E}"/>
                  </a:ext>
                </a:extLst>
              </p:cNvPr>
              <p:cNvSpPr/>
              <p:nvPr/>
            </p:nvSpPr>
            <p:spPr>
              <a:xfrm flipV="1">
                <a:off x="5924009" y="3562044"/>
                <a:ext cx="7329" cy="30572"/>
              </a:xfrm>
              <a:custGeom>
                <a:avLst/>
                <a:gdLst>
                  <a:gd name="csX0" fmla="*/ 0 w 7500"/>
                  <a:gd name="csY0" fmla="*/ 26649 h 26250"/>
                  <a:gd name="csX1" fmla="*/ 0 w 7500"/>
                  <a:gd name="csY1" fmla="*/ 398 h 262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00" h="26250">
                    <a:moveTo>
                      <a:pt x="0" y="26649"/>
                    </a:moveTo>
                    <a:lnTo>
                      <a:pt x="0" y="398"/>
                    </a:lnTo>
                  </a:path>
                </a:pathLst>
              </a:custGeom>
              <a:noFill/>
              <a:ln w="5993" cap="flat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E0781E3F-F92B-71A3-728F-ABE965AD3D10}"/>
                  </a:ext>
                </a:extLst>
              </p:cNvPr>
              <p:cNvSpPr/>
              <p:nvPr/>
            </p:nvSpPr>
            <p:spPr>
              <a:xfrm flipV="1">
                <a:off x="6847738" y="3562044"/>
                <a:ext cx="7329" cy="30572"/>
              </a:xfrm>
              <a:custGeom>
                <a:avLst/>
                <a:gdLst>
                  <a:gd name="csX0" fmla="*/ 0 w 7500"/>
                  <a:gd name="csY0" fmla="*/ 26649 h 26250"/>
                  <a:gd name="csX1" fmla="*/ 0 w 7500"/>
                  <a:gd name="csY1" fmla="*/ 398 h 262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00" h="26250">
                    <a:moveTo>
                      <a:pt x="0" y="26649"/>
                    </a:moveTo>
                    <a:lnTo>
                      <a:pt x="0" y="398"/>
                    </a:lnTo>
                  </a:path>
                </a:pathLst>
              </a:custGeom>
              <a:solidFill>
                <a:srgbClr val="000000"/>
              </a:solidFill>
              <a:ln w="749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F748D481-A2FA-5AB7-28DA-42D93204476C}"/>
                  </a:ext>
                </a:extLst>
              </p:cNvPr>
              <p:cNvSpPr/>
              <p:nvPr/>
            </p:nvSpPr>
            <p:spPr>
              <a:xfrm flipV="1">
                <a:off x="6847738" y="3562044"/>
                <a:ext cx="7329" cy="30572"/>
              </a:xfrm>
              <a:custGeom>
                <a:avLst/>
                <a:gdLst>
                  <a:gd name="csX0" fmla="*/ 0 w 7500"/>
                  <a:gd name="csY0" fmla="*/ 26649 h 26250"/>
                  <a:gd name="csX1" fmla="*/ 0 w 7500"/>
                  <a:gd name="csY1" fmla="*/ 398 h 262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00" h="26250">
                    <a:moveTo>
                      <a:pt x="0" y="26649"/>
                    </a:moveTo>
                    <a:lnTo>
                      <a:pt x="0" y="398"/>
                    </a:lnTo>
                  </a:path>
                </a:pathLst>
              </a:custGeom>
              <a:noFill/>
              <a:ln w="5993" cap="flat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1F026B9E-D444-5C07-2AE0-EC8CB47DD024}"/>
                  </a:ext>
                </a:extLst>
              </p:cNvPr>
              <p:cNvSpPr/>
              <p:nvPr/>
            </p:nvSpPr>
            <p:spPr>
              <a:xfrm flipV="1">
                <a:off x="7771469" y="3562044"/>
                <a:ext cx="7329" cy="30572"/>
              </a:xfrm>
              <a:custGeom>
                <a:avLst/>
                <a:gdLst>
                  <a:gd name="csX0" fmla="*/ 0 w 7500"/>
                  <a:gd name="csY0" fmla="*/ 26649 h 26250"/>
                  <a:gd name="csX1" fmla="*/ 0 w 7500"/>
                  <a:gd name="csY1" fmla="*/ 398 h 262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00" h="26250">
                    <a:moveTo>
                      <a:pt x="0" y="26649"/>
                    </a:moveTo>
                    <a:lnTo>
                      <a:pt x="0" y="398"/>
                    </a:lnTo>
                  </a:path>
                </a:pathLst>
              </a:custGeom>
              <a:solidFill>
                <a:srgbClr val="000000"/>
              </a:solidFill>
              <a:ln w="749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626962E1-9152-7A12-471A-1262040CC30D}"/>
                  </a:ext>
                </a:extLst>
              </p:cNvPr>
              <p:cNvSpPr/>
              <p:nvPr/>
            </p:nvSpPr>
            <p:spPr>
              <a:xfrm flipV="1">
                <a:off x="7771469" y="3562044"/>
                <a:ext cx="7329" cy="30572"/>
              </a:xfrm>
              <a:custGeom>
                <a:avLst/>
                <a:gdLst>
                  <a:gd name="csX0" fmla="*/ 0 w 7500"/>
                  <a:gd name="csY0" fmla="*/ 26649 h 26250"/>
                  <a:gd name="csX1" fmla="*/ 0 w 7500"/>
                  <a:gd name="csY1" fmla="*/ 398 h 262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00" h="26250">
                    <a:moveTo>
                      <a:pt x="0" y="26649"/>
                    </a:moveTo>
                    <a:lnTo>
                      <a:pt x="0" y="398"/>
                    </a:lnTo>
                  </a:path>
                </a:pathLst>
              </a:custGeom>
              <a:noFill/>
              <a:ln w="5993" cap="flat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B8168A89-D6A6-2316-5D2A-1FF28AB9E89D}"/>
                  </a:ext>
                </a:extLst>
              </p:cNvPr>
              <p:cNvSpPr/>
              <p:nvPr/>
            </p:nvSpPr>
            <p:spPr>
              <a:xfrm flipV="1">
                <a:off x="4433294" y="3562044"/>
                <a:ext cx="25648" cy="8736"/>
              </a:xfrm>
              <a:custGeom>
                <a:avLst/>
                <a:gdLst>
                  <a:gd name="csX0" fmla="*/ 26251 w 26250"/>
                  <a:gd name="csY0" fmla="*/ 395 h 7500"/>
                  <a:gd name="csX1" fmla="*/ 0 w 26250"/>
                  <a:gd name="csY1" fmla="*/ 395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250" h="7500">
                    <a:moveTo>
                      <a:pt x="26251" y="395"/>
                    </a:moveTo>
                    <a:lnTo>
                      <a:pt x="0" y="395"/>
                    </a:lnTo>
                  </a:path>
                </a:pathLst>
              </a:custGeom>
              <a:solidFill>
                <a:srgbClr val="000000"/>
              </a:solidFill>
              <a:ln w="749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id="{E80D61B1-093F-2C94-48BA-0289727C78F3}"/>
                  </a:ext>
                </a:extLst>
              </p:cNvPr>
              <p:cNvSpPr/>
              <p:nvPr/>
            </p:nvSpPr>
            <p:spPr>
              <a:xfrm flipV="1">
                <a:off x="4433294" y="3562044"/>
                <a:ext cx="25648" cy="8736"/>
              </a:xfrm>
              <a:custGeom>
                <a:avLst/>
                <a:gdLst>
                  <a:gd name="csX0" fmla="*/ 26251 w 26250"/>
                  <a:gd name="csY0" fmla="*/ 395 h 7500"/>
                  <a:gd name="csX1" fmla="*/ 0 w 26250"/>
                  <a:gd name="csY1" fmla="*/ 395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250" h="7500">
                    <a:moveTo>
                      <a:pt x="26251" y="395"/>
                    </a:moveTo>
                    <a:lnTo>
                      <a:pt x="0" y="395"/>
                    </a:lnTo>
                  </a:path>
                </a:pathLst>
              </a:custGeom>
              <a:noFill/>
              <a:ln w="5993" cap="flat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950FF299-D1A7-B93F-7455-28AFFE33499D}"/>
                  </a:ext>
                </a:extLst>
              </p:cNvPr>
              <p:cNvSpPr/>
              <p:nvPr/>
            </p:nvSpPr>
            <p:spPr>
              <a:xfrm flipV="1">
                <a:off x="4433294" y="3069054"/>
                <a:ext cx="25648" cy="8736"/>
              </a:xfrm>
              <a:custGeom>
                <a:avLst/>
                <a:gdLst>
                  <a:gd name="csX0" fmla="*/ 26251 w 26250"/>
                  <a:gd name="csY0" fmla="*/ 282 h 7500"/>
                  <a:gd name="csX1" fmla="*/ 0 w 26250"/>
                  <a:gd name="csY1" fmla="*/ 282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250" h="7500">
                    <a:moveTo>
                      <a:pt x="26251" y="282"/>
                    </a:moveTo>
                    <a:lnTo>
                      <a:pt x="0" y="282"/>
                    </a:lnTo>
                  </a:path>
                </a:pathLst>
              </a:custGeom>
              <a:solidFill>
                <a:srgbClr val="000000"/>
              </a:solidFill>
              <a:ln w="749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29" name="자유형: 도형 28">
                <a:extLst>
                  <a:ext uri="{FF2B5EF4-FFF2-40B4-BE49-F238E27FC236}">
                    <a16:creationId xmlns:a16="http://schemas.microsoft.com/office/drawing/2014/main" id="{9AB2C246-46AF-7D82-69F9-6501D1F24BC9}"/>
                  </a:ext>
                </a:extLst>
              </p:cNvPr>
              <p:cNvSpPr/>
              <p:nvPr/>
            </p:nvSpPr>
            <p:spPr>
              <a:xfrm flipV="1">
                <a:off x="4433294" y="3069054"/>
                <a:ext cx="25648" cy="8736"/>
              </a:xfrm>
              <a:custGeom>
                <a:avLst/>
                <a:gdLst>
                  <a:gd name="csX0" fmla="*/ 26251 w 26250"/>
                  <a:gd name="csY0" fmla="*/ 282 h 7500"/>
                  <a:gd name="csX1" fmla="*/ 0 w 26250"/>
                  <a:gd name="csY1" fmla="*/ 282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250" h="7500">
                    <a:moveTo>
                      <a:pt x="26251" y="282"/>
                    </a:moveTo>
                    <a:lnTo>
                      <a:pt x="0" y="282"/>
                    </a:lnTo>
                  </a:path>
                </a:pathLst>
              </a:custGeom>
              <a:noFill/>
              <a:ln w="5993" cap="flat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33108135-1219-6DA6-48C7-C739EA0F0D00}"/>
                  </a:ext>
                </a:extLst>
              </p:cNvPr>
              <p:cNvSpPr/>
              <p:nvPr/>
            </p:nvSpPr>
            <p:spPr>
              <a:xfrm flipV="1">
                <a:off x="4433294" y="2576065"/>
                <a:ext cx="25648" cy="8736"/>
              </a:xfrm>
              <a:custGeom>
                <a:avLst/>
                <a:gdLst>
                  <a:gd name="csX0" fmla="*/ 26251 w 26250"/>
                  <a:gd name="csY0" fmla="*/ 169 h 7500"/>
                  <a:gd name="csX1" fmla="*/ 0 w 26250"/>
                  <a:gd name="csY1" fmla="*/ 169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250" h="7500">
                    <a:moveTo>
                      <a:pt x="26251" y="169"/>
                    </a:moveTo>
                    <a:lnTo>
                      <a:pt x="0" y="169"/>
                    </a:lnTo>
                  </a:path>
                </a:pathLst>
              </a:custGeom>
              <a:solidFill>
                <a:srgbClr val="000000"/>
              </a:solidFill>
              <a:ln w="749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id="{1290EC38-40C2-7551-9C01-39F208EA1922}"/>
                  </a:ext>
                </a:extLst>
              </p:cNvPr>
              <p:cNvSpPr/>
              <p:nvPr/>
            </p:nvSpPr>
            <p:spPr>
              <a:xfrm flipV="1">
                <a:off x="4433294" y="2576065"/>
                <a:ext cx="25648" cy="8736"/>
              </a:xfrm>
              <a:custGeom>
                <a:avLst/>
                <a:gdLst>
                  <a:gd name="csX0" fmla="*/ 26251 w 26250"/>
                  <a:gd name="csY0" fmla="*/ 169 h 7500"/>
                  <a:gd name="csX1" fmla="*/ 0 w 26250"/>
                  <a:gd name="csY1" fmla="*/ 169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250" h="7500">
                    <a:moveTo>
                      <a:pt x="26251" y="169"/>
                    </a:moveTo>
                    <a:lnTo>
                      <a:pt x="0" y="169"/>
                    </a:lnTo>
                  </a:path>
                </a:pathLst>
              </a:custGeom>
              <a:noFill/>
              <a:ln w="5993" cap="flat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9070D50B-E089-9E61-695C-7B5B535EE1DE}"/>
                  </a:ext>
                </a:extLst>
              </p:cNvPr>
              <p:cNvSpPr/>
              <p:nvPr/>
            </p:nvSpPr>
            <p:spPr>
              <a:xfrm flipV="1">
                <a:off x="4433294" y="2083076"/>
                <a:ext cx="25648" cy="8736"/>
              </a:xfrm>
              <a:custGeom>
                <a:avLst/>
                <a:gdLst>
                  <a:gd name="csX0" fmla="*/ 26251 w 26250"/>
                  <a:gd name="csY0" fmla="*/ 56 h 7500"/>
                  <a:gd name="csX1" fmla="*/ 0 w 26250"/>
                  <a:gd name="csY1" fmla="*/ 56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250" h="7500">
                    <a:moveTo>
                      <a:pt x="26251" y="56"/>
                    </a:moveTo>
                    <a:lnTo>
                      <a:pt x="0" y="56"/>
                    </a:lnTo>
                  </a:path>
                </a:pathLst>
              </a:custGeom>
              <a:solidFill>
                <a:srgbClr val="000000"/>
              </a:solidFill>
              <a:ln w="749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665680F9-964F-6BA9-1B4C-5B456A277EE9}"/>
                  </a:ext>
                </a:extLst>
              </p:cNvPr>
              <p:cNvSpPr/>
              <p:nvPr/>
            </p:nvSpPr>
            <p:spPr>
              <a:xfrm flipV="1">
                <a:off x="4433294" y="2083076"/>
                <a:ext cx="25648" cy="8736"/>
              </a:xfrm>
              <a:custGeom>
                <a:avLst/>
                <a:gdLst>
                  <a:gd name="csX0" fmla="*/ 26251 w 26250"/>
                  <a:gd name="csY0" fmla="*/ 56 h 7500"/>
                  <a:gd name="csX1" fmla="*/ 0 w 26250"/>
                  <a:gd name="csY1" fmla="*/ 56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250" h="7500">
                    <a:moveTo>
                      <a:pt x="26251" y="56"/>
                    </a:moveTo>
                    <a:lnTo>
                      <a:pt x="0" y="56"/>
                    </a:lnTo>
                  </a:path>
                </a:pathLst>
              </a:custGeom>
              <a:noFill/>
              <a:ln w="5993" cap="flat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EC81B597-8DC6-ACD6-9947-9D6EA63ADEA4}"/>
                  </a:ext>
                </a:extLst>
              </p:cNvPr>
              <p:cNvSpPr/>
              <p:nvPr/>
            </p:nvSpPr>
            <p:spPr>
              <a:xfrm flipV="1">
                <a:off x="4433294" y="1590086"/>
                <a:ext cx="25648" cy="8736"/>
              </a:xfrm>
              <a:custGeom>
                <a:avLst/>
                <a:gdLst>
                  <a:gd name="csX0" fmla="*/ 26251 w 26250"/>
                  <a:gd name="csY0" fmla="*/ -57 h 7500"/>
                  <a:gd name="csX1" fmla="*/ 0 w 26250"/>
                  <a:gd name="csY1" fmla="*/ -57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250" h="7500">
                    <a:moveTo>
                      <a:pt x="26251" y="-57"/>
                    </a:moveTo>
                    <a:lnTo>
                      <a:pt x="0" y="-57"/>
                    </a:lnTo>
                  </a:path>
                </a:pathLst>
              </a:custGeom>
              <a:solidFill>
                <a:srgbClr val="000000"/>
              </a:solidFill>
              <a:ln w="749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4DE1F7BA-0EC8-F6A1-92A5-C46DEA197F3E}"/>
                  </a:ext>
                </a:extLst>
              </p:cNvPr>
              <p:cNvSpPr/>
              <p:nvPr/>
            </p:nvSpPr>
            <p:spPr>
              <a:xfrm flipV="1">
                <a:off x="4433294" y="1590086"/>
                <a:ext cx="25648" cy="8736"/>
              </a:xfrm>
              <a:custGeom>
                <a:avLst/>
                <a:gdLst>
                  <a:gd name="csX0" fmla="*/ 26251 w 26250"/>
                  <a:gd name="csY0" fmla="*/ -57 h 7500"/>
                  <a:gd name="csX1" fmla="*/ 0 w 26250"/>
                  <a:gd name="csY1" fmla="*/ -57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250" h="7500">
                    <a:moveTo>
                      <a:pt x="26251" y="-57"/>
                    </a:moveTo>
                    <a:lnTo>
                      <a:pt x="0" y="-57"/>
                    </a:lnTo>
                  </a:path>
                </a:pathLst>
              </a:custGeom>
              <a:noFill/>
              <a:ln w="5993" cap="flat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7B801488-63B0-247C-C6C8-E93FB76C93F4}"/>
                  </a:ext>
                </a:extLst>
              </p:cNvPr>
              <p:cNvSpPr/>
              <p:nvPr/>
            </p:nvSpPr>
            <p:spPr>
              <a:xfrm flipV="1">
                <a:off x="4433294" y="1097098"/>
                <a:ext cx="25648" cy="8736"/>
              </a:xfrm>
              <a:custGeom>
                <a:avLst/>
                <a:gdLst>
                  <a:gd name="csX0" fmla="*/ 26251 w 26250"/>
                  <a:gd name="csY0" fmla="*/ -170 h 7500"/>
                  <a:gd name="csX1" fmla="*/ 0 w 26250"/>
                  <a:gd name="csY1" fmla="*/ -170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250" h="7500">
                    <a:moveTo>
                      <a:pt x="26251" y="-170"/>
                    </a:moveTo>
                    <a:lnTo>
                      <a:pt x="0" y="-170"/>
                    </a:lnTo>
                  </a:path>
                </a:pathLst>
              </a:custGeom>
              <a:solidFill>
                <a:srgbClr val="000000"/>
              </a:solidFill>
              <a:ln w="749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37" name="자유형: 도형 36">
                <a:extLst>
                  <a:ext uri="{FF2B5EF4-FFF2-40B4-BE49-F238E27FC236}">
                    <a16:creationId xmlns:a16="http://schemas.microsoft.com/office/drawing/2014/main" id="{C753BD44-5E9E-0454-B610-C207DCF35A12}"/>
                  </a:ext>
                </a:extLst>
              </p:cNvPr>
              <p:cNvSpPr/>
              <p:nvPr/>
            </p:nvSpPr>
            <p:spPr>
              <a:xfrm flipV="1">
                <a:off x="4433294" y="1097098"/>
                <a:ext cx="25648" cy="8736"/>
              </a:xfrm>
              <a:custGeom>
                <a:avLst/>
                <a:gdLst>
                  <a:gd name="csX0" fmla="*/ 26251 w 26250"/>
                  <a:gd name="csY0" fmla="*/ -170 h 7500"/>
                  <a:gd name="csX1" fmla="*/ 0 w 26250"/>
                  <a:gd name="csY1" fmla="*/ -170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250" h="7500">
                    <a:moveTo>
                      <a:pt x="26251" y="-170"/>
                    </a:moveTo>
                    <a:lnTo>
                      <a:pt x="0" y="-170"/>
                    </a:lnTo>
                  </a:path>
                </a:pathLst>
              </a:custGeom>
              <a:noFill/>
              <a:ln w="5993" cap="flat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A45D32B9-B9EF-C3D3-F5BD-AB7E26869752}"/>
                  </a:ext>
                </a:extLst>
              </p:cNvPr>
              <p:cNvSpPr/>
              <p:nvPr/>
            </p:nvSpPr>
            <p:spPr>
              <a:xfrm flipV="1">
                <a:off x="4433294" y="604109"/>
                <a:ext cx="25648" cy="8736"/>
              </a:xfrm>
              <a:custGeom>
                <a:avLst/>
                <a:gdLst>
                  <a:gd name="csX0" fmla="*/ 26251 w 26250"/>
                  <a:gd name="csY0" fmla="*/ -283 h 7500"/>
                  <a:gd name="csX1" fmla="*/ 0 w 26250"/>
                  <a:gd name="csY1" fmla="*/ -283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250" h="7500">
                    <a:moveTo>
                      <a:pt x="26251" y="-283"/>
                    </a:moveTo>
                    <a:lnTo>
                      <a:pt x="0" y="-283"/>
                    </a:lnTo>
                  </a:path>
                </a:pathLst>
              </a:custGeom>
              <a:solidFill>
                <a:srgbClr val="000000"/>
              </a:solidFill>
              <a:ln w="749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39" name="자유형: 도형 38">
                <a:extLst>
                  <a:ext uri="{FF2B5EF4-FFF2-40B4-BE49-F238E27FC236}">
                    <a16:creationId xmlns:a16="http://schemas.microsoft.com/office/drawing/2014/main" id="{4AFDA1C0-F17A-402D-55D5-D7CDFCC79AAE}"/>
                  </a:ext>
                </a:extLst>
              </p:cNvPr>
              <p:cNvSpPr/>
              <p:nvPr/>
            </p:nvSpPr>
            <p:spPr>
              <a:xfrm flipV="1">
                <a:off x="4433294" y="604109"/>
                <a:ext cx="25648" cy="8736"/>
              </a:xfrm>
              <a:custGeom>
                <a:avLst/>
                <a:gdLst>
                  <a:gd name="csX0" fmla="*/ 26251 w 26250"/>
                  <a:gd name="csY0" fmla="*/ -283 h 7500"/>
                  <a:gd name="csX1" fmla="*/ 0 w 26250"/>
                  <a:gd name="csY1" fmla="*/ -283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250" h="7500">
                    <a:moveTo>
                      <a:pt x="26251" y="-283"/>
                    </a:moveTo>
                    <a:lnTo>
                      <a:pt x="0" y="-283"/>
                    </a:lnTo>
                  </a:path>
                </a:pathLst>
              </a:custGeom>
              <a:noFill/>
              <a:ln w="5993" cap="flat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40" name="자유형: 도형 39">
                <a:extLst>
                  <a:ext uri="{FF2B5EF4-FFF2-40B4-BE49-F238E27FC236}">
                    <a16:creationId xmlns:a16="http://schemas.microsoft.com/office/drawing/2014/main" id="{F4764F77-CA4C-D50A-B1B2-9715CDA0E7D8}"/>
                  </a:ext>
                </a:extLst>
              </p:cNvPr>
              <p:cNvSpPr/>
              <p:nvPr/>
            </p:nvSpPr>
            <p:spPr>
              <a:xfrm flipV="1">
                <a:off x="4433294" y="111119"/>
                <a:ext cx="25648" cy="8736"/>
              </a:xfrm>
              <a:custGeom>
                <a:avLst/>
                <a:gdLst>
                  <a:gd name="csX0" fmla="*/ 26251 w 26250"/>
                  <a:gd name="csY0" fmla="*/ -396 h 7500"/>
                  <a:gd name="csX1" fmla="*/ 0 w 26250"/>
                  <a:gd name="csY1" fmla="*/ -396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250" h="7500">
                    <a:moveTo>
                      <a:pt x="26251" y="-396"/>
                    </a:moveTo>
                    <a:lnTo>
                      <a:pt x="0" y="-396"/>
                    </a:lnTo>
                  </a:path>
                </a:pathLst>
              </a:custGeom>
              <a:solidFill>
                <a:srgbClr val="000000"/>
              </a:solidFill>
              <a:ln w="749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41" name="자유형: 도형 40">
                <a:extLst>
                  <a:ext uri="{FF2B5EF4-FFF2-40B4-BE49-F238E27FC236}">
                    <a16:creationId xmlns:a16="http://schemas.microsoft.com/office/drawing/2014/main" id="{501CCF5D-282E-102C-A1CD-617C22D48AE1}"/>
                  </a:ext>
                </a:extLst>
              </p:cNvPr>
              <p:cNvSpPr/>
              <p:nvPr/>
            </p:nvSpPr>
            <p:spPr>
              <a:xfrm flipV="1">
                <a:off x="4433294" y="111119"/>
                <a:ext cx="25648" cy="8736"/>
              </a:xfrm>
              <a:custGeom>
                <a:avLst/>
                <a:gdLst>
                  <a:gd name="csX0" fmla="*/ 26251 w 26250"/>
                  <a:gd name="csY0" fmla="*/ -396 h 7500"/>
                  <a:gd name="csX1" fmla="*/ 0 w 26250"/>
                  <a:gd name="csY1" fmla="*/ -396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250" h="7500">
                    <a:moveTo>
                      <a:pt x="26251" y="-396"/>
                    </a:moveTo>
                    <a:lnTo>
                      <a:pt x="0" y="-396"/>
                    </a:lnTo>
                  </a:path>
                </a:pathLst>
              </a:custGeom>
              <a:noFill/>
              <a:ln w="5993" cap="flat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CE6A3ED8-A574-AA75-0672-65BD224953E0}"/>
                  </a:ext>
                </a:extLst>
              </p:cNvPr>
              <p:cNvSpPr/>
              <p:nvPr/>
            </p:nvSpPr>
            <p:spPr>
              <a:xfrm flipV="1">
                <a:off x="4458942" y="46281"/>
                <a:ext cx="7329" cy="3515763"/>
              </a:xfrm>
              <a:custGeom>
                <a:avLst/>
                <a:gdLst>
                  <a:gd name="csX0" fmla="*/ 0 w 7500"/>
                  <a:gd name="csY0" fmla="*/ -8 h 3018682"/>
                  <a:gd name="csX1" fmla="*/ 0 w 7500"/>
                  <a:gd name="csY1" fmla="*/ 3018674 h 30186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00" h="3018682">
                    <a:moveTo>
                      <a:pt x="0" y="-8"/>
                    </a:moveTo>
                    <a:lnTo>
                      <a:pt x="0" y="3018674"/>
                    </a:lnTo>
                  </a:path>
                </a:pathLst>
              </a:custGeom>
              <a:noFill/>
              <a:ln w="5993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43" name="자유형: 도형 42">
                <a:extLst>
                  <a:ext uri="{FF2B5EF4-FFF2-40B4-BE49-F238E27FC236}">
                    <a16:creationId xmlns:a16="http://schemas.microsoft.com/office/drawing/2014/main" id="{195A3D57-1A22-22CC-25E9-CAD2A7F0CA5A}"/>
                  </a:ext>
                </a:extLst>
              </p:cNvPr>
              <p:cNvSpPr/>
              <p:nvPr/>
            </p:nvSpPr>
            <p:spPr>
              <a:xfrm flipV="1">
                <a:off x="8320132" y="46281"/>
                <a:ext cx="7329" cy="3515763"/>
              </a:xfrm>
              <a:custGeom>
                <a:avLst/>
                <a:gdLst>
                  <a:gd name="csX0" fmla="*/ 0 w 7500"/>
                  <a:gd name="csY0" fmla="*/ -8 h 3018682"/>
                  <a:gd name="csX1" fmla="*/ 0 w 7500"/>
                  <a:gd name="csY1" fmla="*/ 3018674 h 30186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00" h="3018682">
                    <a:moveTo>
                      <a:pt x="0" y="-8"/>
                    </a:moveTo>
                    <a:lnTo>
                      <a:pt x="0" y="3018674"/>
                    </a:lnTo>
                  </a:path>
                </a:pathLst>
              </a:custGeom>
              <a:noFill/>
              <a:ln w="5993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CC33F503-B982-5670-8F14-A68B12D71C6F}"/>
                  </a:ext>
                </a:extLst>
              </p:cNvPr>
              <p:cNvSpPr/>
              <p:nvPr/>
            </p:nvSpPr>
            <p:spPr>
              <a:xfrm flipV="1">
                <a:off x="4458942" y="3562044"/>
                <a:ext cx="3861190" cy="8736"/>
              </a:xfrm>
              <a:custGeom>
                <a:avLst/>
                <a:gdLst>
                  <a:gd name="csX0" fmla="*/ 0 w 3951707"/>
                  <a:gd name="csY0" fmla="*/ 395 h 7500"/>
                  <a:gd name="csX1" fmla="*/ 3951707 w 3951707"/>
                  <a:gd name="csY1" fmla="*/ 395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951707" h="7500">
                    <a:moveTo>
                      <a:pt x="0" y="395"/>
                    </a:moveTo>
                    <a:lnTo>
                      <a:pt x="3951707" y="395"/>
                    </a:lnTo>
                  </a:path>
                </a:pathLst>
              </a:custGeom>
              <a:noFill/>
              <a:ln w="5993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45" name="자유형: 도형 44">
                <a:extLst>
                  <a:ext uri="{FF2B5EF4-FFF2-40B4-BE49-F238E27FC236}">
                    <a16:creationId xmlns:a16="http://schemas.microsoft.com/office/drawing/2014/main" id="{A8A3C938-45F4-AA61-84D8-D686A67A496B}"/>
                  </a:ext>
                </a:extLst>
              </p:cNvPr>
              <p:cNvSpPr/>
              <p:nvPr/>
            </p:nvSpPr>
            <p:spPr>
              <a:xfrm flipV="1">
                <a:off x="4458942" y="46281"/>
                <a:ext cx="3861190" cy="8736"/>
              </a:xfrm>
              <a:custGeom>
                <a:avLst/>
                <a:gdLst>
                  <a:gd name="csX0" fmla="*/ 0 w 3951707"/>
                  <a:gd name="csY0" fmla="*/ -410 h 7500"/>
                  <a:gd name="csX1" fmla="*/ 3951707 w 3951707"/>
                  <a:gd name="csY1" fmla="*/ -410 h 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951707" h="7500">
                    <a:moveTo>
                      <a:pt x="0" y="-410"/>
                    </a:moveTo>
                    <a:lnTo>
                      <a:pt x="3951707" y="-410"/>
                    </a:lnTo>
                  </a:path>
                </a:pathLst>
              </a:custGeom>
              <a:noFill/>
              <a:ln w="5993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sz="28912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8B8652A-0A95-45C9-B328-3990347FE726}"/>
                  </a:ext>
                </a:extLst>
              </p:cNvPr>
              <p:cNvSpPr txBox="1"/>
              <p:nvPr/>
            </p:nvSpPr>
            <p:spPr>
              <a:xfrm>
                <a:off x="4037649" y="3417286"/>
                <a:ext cx="441147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ko-KR" sz="1400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0.0</a:t>
                </a:r>
                <a:endParaRPr lang="ko-KR" altLang="en-US" sz="1400">
                  <a:latin typeface="SF Pro Regular" pitchFamily="2" charset="0"/>
                  <a:cs typeface="SF Pro Regular" pitchFamily="2" charset="0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B796B30-BD9B-08B5-FF07-8E89857CACB0}"/>
                  </a:ext>
                </a:extLst>
              </p:cNvPr>
              <p:cNvSpPr txBox="1"/>
              <p:nvPr/>
            </p:nvSpPr>
            <p:spPr>
              <a:xfrm>
                <a:off x="4055282" y="2924310"/>
                <a:ext cx="405880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ko-KR" sz="1400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0.1</a:t>
                </a:r>
                <a:endParaRPr lang="ko-KR" altLang="en-US" sz="1400">
                  <a:latin typeface="SF Pro Regular" pitchFamily="2" charset="0"/>
                  <a:cs typeface="SF Pro Regular" pitchFamily="2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337B8EF-D6DE-F3EC-192C-F664599665C4}"/>
                  </a:ext>
                </a:extLst>
              </p:cNvPr>
              <p:cNvSpPr txBox="1"/>
              <p:nvPr/>
            </p:nvSpPr>
            <p:spPr>
              <a:xfrm>
                <a:off x="4041656" y="2431335"/>
                <a:ext cx="433132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ko-KR" sz="1400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0.2</a:t>
                </a:r>
                <a:endParaRPr lang="ko-KR" altLang="en-US" sz="1400">
                  <a:latin typeface="SF Pro Regular" pitchFamily="2" charset="0"/>
                  <a:cs typeface="SF Pro Regular" pitchFamily="2" charset="0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9BF3551-42E2-6552-AC80-3016076AD432}"/>
                  </a:ext>
                </a:extLst>
              </p:cNvPr>
              <p:cNvSpPr txBox="1"/>
              <p:nvPr/>
            </p:nvSpPr>
            <p:spPr>
              <a:xfrm>
                <a:off x="4039252" y="1938360"/>
                <a:ext cx="437940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ko-KR" sz="1400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0.3</a:t>
                </a:r>
                <a:endParaRPr lang="ko-KR" altLang="en-US" sz="1400">
                  <a:latin typeface="SF Pro Regular" pitchFamily="2" charset="0"/>
                  <a:cs typeface="SF Pro Regular" pitchFamily="2" charset="0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76D37FB-BD36-5794-B8C9-B483DA1A6796}"/>
                  </a:ext>
                </a:extLst>
              </p:cNvPr>
              <p:cNvSpPr txBox="1"/>
              <p:nvPr/>
            </p:nvSpPr>
            <p:spPr>
              <a:xfrm>
                <a:off x="4039252" y="1445385"/>
                <a:ext cx="437940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ko-KR" sz="1400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0.4</a:t>
                </a:r>
                <a:endParaRPr lang="ko-KR" altLang="en-US" sz="1400">
                  <a:latin typeface="SF Pro Regular" pitchFamily="2" charset="0"/>
                  <a:cs typeface="SF Pro Regular" pitchFamily="2" charset="0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636E2CE-4DDA-B682-D833-8101FA525672}"/>
                  </a:ext>
                </a:extLst>
              </p:cNvPr>
              <p:cNvSpPr txBox="1"/>
              <p:nvPr/>
            </p:nvSpPr>
            <p:spPr>
              <a:xfrm>
                <a:off x="4038450" y="952410"/>
                <a:ext cx="439544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ko-KR" sz="1400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0.5</a:t>
                </a:r>
                <a:endParaRPr lang="ko-KR" altLang="en-US" sz="1400">
                  <a:latin typeface="SF Pro Regular" pitchFamily="2" charset="0"/>
                  <a:cs typeface="SF Pro Regular" pitchFamily="2" charset="0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EA688FC-38B2-F98E-B976-5E95A35E273C}"/>
                  </a:ext>
                </a:extLst>
              </p:cNvPr>
              <p:cNvSpPr txBox="1"/>
              <p:nvPr/>
            </p:nvSpPr>
            <p:spPr>
              <a:xfrm>
                <a:off x="4036847" y="459435"/>
                <a:ext cx="442750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ko-KR" sz="1400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0.6</a:t>
                </a:r>
                <a:endParaRPr lang="ko-KR" altLang="en-US" sz="1400">
                  <a:latin typeface="SF Pro Regular" pitchFamily="2" charset="0"/>
                  <a:cs typeface="SF Pro Regular" pitchFamily="2" charset="0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044B61E-38EA-6FDD-6CA8-0FD87A1D6AAA}"/>
                  </a:ext>
                </a:extLst>
              </p:cNvPr>
              <p:cNvSpPr txBox="1"/>
              <p:nvPr/>
            </p:nvSpPr>
            <p:spPr>
              <a:xfrm>
                <a:off x="4045664" y="-33540"/>
                <a:ext cx="425116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ko-KR" sz="1400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0.7</a:t>
                </a:r>
                <a:endParaRPr lang="ko-KR" altLang="en-US" sz="1400">
                  <a:latin typeface="SF Pro Regular" pitchFamily="2" charset="0"/>
                  <a:cs typeface="SF Pro Regular" pitchFamily="2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318EBCC-D858-B1FC-1938-049F887F599C}"/>
                  </a:ext>
                </a:extLst>
              </p:cNvPr>
              <p:cNvSpPr txBox="1"/>
              <p:nvPr/>
            </p:nvSpPr>
            <p:spPr>
              <a:xfrm>
                <a:off x="4773616" y="3607816"/>
                <a:ext cx="45845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1400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[SOS]</a:t>
                </a:r>
                <a:endParaRPr lang="ko-KR" altLang="en-US" sz="1400">
                  <a:latin typeface="SF Pro Regular" pitchFamily="2" charset="0"/>
                  <a:cs typeface="SF Pro Regular" pitchFamily="2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1169991-2215-83F5-86F8-2CDDF6BD2808}"/>
                  </a:ext>
                </a:extLst>
              </p:cNvPr>
              <p:cNvSpPr txBox="1"/>
              <p:nvPr/>
            </p:nvSpPr>
            <p:spPr>
              <a:xfrm>
                <a:off x="5650665" y="3607816"/>
                <a:ext cx="55303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1400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[USER]</a:t>
                </a:r>
                <a:endParaRPr lang="ko-KR" altLang="en-US" sz="1400">
                  <a:latin typeface="SF Pro Regular" pitchFamily="2" charset="0"/>
                  <a:cs typeface="SF Pro Regular" pitchFamily="2" charset="0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9714FFD-94A6-21E9-95CD-904598CF72D4}"/>
                  </a:ext>
                </a:extLst>
              </p:cNvPr>
              <p:cNvSpPr txBox="1"/>
              <p:nvPr/>
            </p:nvSpPr>
            <p:spPr>
              <a:xfrm>
                <a:off x="6636117" y="3607816"/>
                <a:ext cx="42800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1400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[RES]</a:t>
                </a:r>
                <a:endParaRPr lang="ko-KR" altLang="en-US" sz="1400">
                  <a:latin typeface="SF Pro Regular" pitchFamily="2" charset="0"/>
                  <a:cs typeface="SF Pro Regular" pitchFamily="2" charset="0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FEAF3C6-D564-8E64-BF03-80E28347E066}"/>
                  </a:ext>
                </a:extLst>
              </p:cNvPr>
              <p:cNvSpPr txBox="1"/>
              <p:nvPr/>
            </p:nvSpPr>
            <p:spPr>
              <a:xfrm>
                <a:off x="7547834" y="3607816"/>
                <a:ext cx="45204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1400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[EOS]</a:t>
                </a:r>
                <a:endParaRPr lang="ko-KR" altLang="en-US" sz="1400">
                  <a:latin typeface="SF Pro Regular" pitchFamily="2" charset="0"/>
                  <a:cs typeface="SF Pro Regular" pitchFamily="2" charset="0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550EDCD-5AFD-54F8-F435-B6720A31F6FF}"/>
                  </a:ext>
                </a:extLst>
              </p:cNvPr>
              <p:cNvSpPr txBox="1"/>
              <p:nvPr/>
            </p:nvSpPr>
            <p:spPr>
              <a:xfrm>
                <a:off x="4433294" y="3893010"/>
                <a:ext cx="38616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(a) [EOS]→Text Tokens Attention Scores</a:t>
                </a:r>
                <a:endParaRPr lang="ko-KR" altLang="en-US">
                  <a:latin typeface="SF Pro Regular" pitchFamily="2" charset="0"/>
                  <a:cs typeface="SF Pro Regular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4502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77</Words>
  <Application>Microsoft Office PowerPoint</Application>
  <PresentationFormat>사용자 지정</PresentationFormat>
  <Paragraphs>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SF Pro Regular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이상인</dc:creator>
  <cp:lastModifiedBy>이상인</cp:lastModifiedBy>
  <cp:revision>1</cp:revision>
  <dcterms:created xsi:type="dcterms:W3CDTF">2026-03-30T01:05:38Z</dcterms:created>
  <dcterms:modified xsi:type="dcterms:W3CDTF">2026-03-30T01:06:31Z</dcterms:modified>
</cp:coreProperties>
</file>